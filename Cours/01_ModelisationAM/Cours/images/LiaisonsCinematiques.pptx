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5" r:id="rId4"/>
    <p:sldId id="260" r:id="rId5"/>
    <p:sldId id="257" r:id="rId6"/>
    <p:sldId id="263" r:id="rId7"/>
    <p:sldId id="264" r:id="rId8"/>
    <p:sldId id="261" r:id="rId9"/>
    <p:sldId id="269" r:id="rId10"/>
    <p:sldId id="258" r:id="rId11"/>
    <p:sldId id="267" r:id="rId12"/>
    <p:sldId id="268" r:id="rId13"/>
    <p:sldId id="262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7" autoAdjust="0"/>
    <p:restoredTop sz="93019" autoAdjust="0"/>
  </p:normalViewPr>
  <p:slideViewPr>
    <p:cSldViewPr>
      <p:cViewPr>
        <p:scale>
          <a:sx n="150" d="100"/>
          <a:sy n="150" d="100"/>
        </p:scale>
        <p:origin x="804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20/03/2012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1.png"/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17" Type="http://schemas.openxmlformats.org/officeDocument/2006/relationships/image" Target="../media/image43.png"/><Relationship Id="rId25" Type="http://schemas.openxmlformats.org/officeDocument/2006/relationships/image" Target="../media/image5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47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3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6.png"/><Relationship Id="rId18" Type="http://schemas.openxmlformats.org/officeDocument/2006/relationships/image" Target="../media/image200.png"/><Relationship Id="rId3" Type="http://schemas.openxmlformats.org/officeDocument/2006/relationships/image" Target="../media/image57.png"/><Relationship Id="rId12" Type="http://schemas.openxmlformats.org/officeDocument/2006/relationships/image" Target="../media/image45.png"/><Relationship Id="rId7" Type="http://schemas.openxmlformats.org/officeDocument/2006/relationships/image" Target="../media/image33.png"/><Relationship Id="rId17" Type="http://schemas.openxmlformats.org/officeDocument/2006/relationships/image" Target="../media/image570.png"/><Relationship Id="rId2" Type="http://schemas.openxmlformats.org/officeDocument/2006/relationships/image" Target="../media/image56.png"/><Relationship Id="rId16" Type="http://schemas.openxmlformats.org/officeDocument/2006/relationships/image" Target="../media/image560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44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8.png"/><Relationship Id="rId19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36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60.png"/><Relationship Id="rId18" Type="http://schemas.openxmlformats.org/officeDocument/2006/relationships/image" Target="../media/image64.png"/><Relationship Id="rId3" Type="http://schemas.openxmlformats.org/officeDocument/2006/relationships/image" Target="../media/image31.png"/><Relationship Id="rId21" Type="http://schemas.openxmlformats.org/officeDocument/2006/relationships/image" Target="../media/image67.png"/><Relationship Id="rId7" Type="http://schemas.openxmlformats.org/officeDocument/2006/relationships/image" Target="../media/image44.png"/><Relationship Id="rId12" Type="http://schemas.openxmlformats.org/officeDocument/2006/relationships/image" Target="../media/image570.png"/><Relationship Id="rId17" Type="http://schemas.openxmlformats.org/officeDocument/2006/relationships/image" Target="../media/image63.png"/><Relationship Id="rId2" Type="http://schemas.openxmlformats.org/officeDocument/2006/relationships/image" Target="../media/image580.png"/><Relationship Id="rId16" Type="http://schemas.openxmlformats.org/officeDocument/2006/relationships/image" Target="../media/image200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590.png"/><Relationship Id="rId6" Type="http://schemas.openxmlformats.org/officeDocument/2006/relationships/image" Target="../media/image38.png"/><Relationship Id="rId15" Type="http://schemas.openxmlformats.org/officeDocument/2006/relationships/image" Target="../media/image62.png"/><Relationship Id="rId10" Type="http://schemas.openxmlformats.org/officeDocument/2006/relationships/image" Target="../media/image370.png"/><Relationship Id="rId19" Type="http://schemas.openxmlformats.org/officeDocument/2006/relationships/image" Target="../media/image65.png"/><Relationship Id="rId9" Type="http://schemas.openxmlformats.org/officeDocument/2006/relationships/image" Target="../media/image46.png"/><Relationship Id="rId14" Type="http://schemas.openxmlformats.org/officeDocument/2006/relationships/image" Target="../media/image61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9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28.png"/><Relationship Id="rId21" Type="http://schemas.openxmlformats.org/officeDocument/2006/relationships/image" Target="../media/image71.png"/><Relationship Id="rId7" Type="http://schemas.openxmlformats.org/officeDocument/2006/relationships/image" Target="../media/image32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75.png"/><Relationship Id="rId2" Type="http://schemas.openxmlformats.org/officeDocument/2006/relationships/image" Target="../media/image35.png"/><Relationship Id="rId16" Type="http://schemas.openxmlformats.org/officeDocument/2006/relationships/image" Target="../media/image42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11" Type="http://schemas.openxmlformats.org/officeDocument/2006/relationships/image" Target="../media/image370.png"/><Relationship Id="rId24" Type="http://schemas.openxmlformats.org/officeDocument/2006/relationships/image" Target="../media/image74.png"/><Relationship Id="rId5" Type="http://schemas.openxmlformats.org/officeDocument/2006/relationships/image" Target="../media/image30.png"/><Relationship Id="rId15" Type="http://schemas.openxmlformats.org/officeDocument/2006/relationships/image" Target="../media/image41.png"/><Relationship Id="rId23" Type="http://schemas.openxmlformats.org/officeDocument/2006/relationships/image" Target="../media/image73.png"/><Relationship Id="rId10" Type="http://schemas.openxmlformats.org/officeDocument/2006/relationships/image" Target="../media/image36.png"/><Relationship Id="rId19" Type="http://schemas.openxmlformats.org/officeDocument/2006/relationships/image" Target="../media/image69.png"/><Relationship Id="rId4" Type="http://schemas.openxmlformats.org/officeDocument/2006/relationships/image" Target="../media/image29.png"/><Relationship Id="rId9" Type="http://schemas.openxmlformats.org/officeDocument/2006/relationships/image" Target="../media/image341.png"/><Relationship Id="rId14" Type="http://schemas.openxmlformats.org/officeDocument/2006/relationships/image" Target="../media/image401.png"/><Relationship Id="rId22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680.png"/><Relationship Id="rId18" Type="http://schemas.openxmlformats.org/officeDocument/2006/relationships/image" Target="../media/image400.png"/><Relationship Id="rId3" Type="http://schemas.openxmlformats.org/officeDocument/2006/relationships/image" Target="../media/image280.png"/><Relationship Id="rId21" Type="http://schemas.openxmlformats.org/officeDocument/2006/relationships/image" Target="../media/image42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390.png"/><Relationship Id="rId2" Type="http://schemas.openxmlformats.org/officeDocument/2006/relationships/image" Target="../media/image270.png"/><Relationship Id="rId16" Type="http://schemas.openxmlformats.org/officeDocument/2006/relationships/image" Target="../media/image711.png"/><Relationship Id="rId20" Type="http://schemas.openxmlformats.org/officeDocument/2006/relationships/image" Target="../media/image4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340.png"/><Relationship Id="rId5" Type="http://schemas.openxmlformats.org/officeDocument/2006/relationships/image" Target="../media/image220.png"/><Relationship Id="rId15" Type="http://schemas.openxmlformats.org/officeDocument/2006/relationships/image" Target="../media/image701.png"/><Relationship Id="rId23" Type="http://schemas.openxmlformats.org/officeDocument/2006/relationships/image" Target="../media/image690.png"/><Relationship Id="rId10" Type="http://schemas.openxmlformats.org/officeDocument/2006/relationships/image" Target="../media/image330.png"/><Relationship Id="rId19" Type="http://schemas.openxmlformats.org/officeDocument/2006/relationships/image" Target="../media/image18.png"/><Relationship Id="rId4" Type="http://schemas.openxmlformats.org/officeDocument/2006/relationships/image" Target="../media/image290.png"/><Relationship Id="rId9" Type="http://schemas.openxmlformats.org/officeDocument/2006/relationships/image" Target="../media/image320.png"/><Relationship Id="rId14" Type="http://schemas.openxmlformats.org/officeDocument/2006/relationships/image" Target="../media/image691.png"/><Relationship Id="rId22" Type="http://schemas.openxmlformats.org/officeDocument/2006/relationships/image" Target="../media/image7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0.png"/><Relationship Id="rId18" Type="http://schemas.openxmlformats.org/officeDocument/2006/relationships/image" Target="../media/image85.png"/><Relationship Id="rId3" Type="http://schemas.openxmlformats.org/officeDocument/2006/relationships/image" Target="../media/image710.png"/><Relationship Id="rId21" Type="http://schemas.openxmlformats.org/officeDocument/2006/relationships/image" Target="../media/image88.png"/><Relationship Id="rId7" Type="http://schemas.openxmlformats.org/officeDocument/2006/relationships/image" Target="../media/image65.png"/><Relationship Id="rId12" Type="http://schemas.openxmlformats.org/officeDocument/2006/relationships/image" Target="../media/image790.png"/><Relationship Id="rId17" Type="http://schemas.openxmlformats.org/officeDocument/2006/relationships/image" Target="../media/image84.png"/><Relationship Id="rId2" Type="http://schemas.openxmlformats.org/officeDocument/2006/relationships/image" Target="../media/image700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0.png"/><Relationship Id="rId11" Type="http://schemas.openxmlformats.org/officeDocument/2006/relationships/image" Target="../media/image780.png"/><Relationship Id="rId5" Type="http://schemas.openxmlformats.org/officeDocument/2006/relationships/image" Target="../media/image730.png"/><Relationship Id="rId15" Type="http://schemas.openxmlformats.org/officeDocument/2006/relationships/image" Target="../media/image82.png"/><Relationship Id="rId10" Type="http://schemas.openxmlformats.org/officeDocument/2006/relationships/image" Target="../media/image770.png"/><Relationship Id="rId19" Type="http://schemas.openxmlformats.org/officeDocument/2006/relationships/image" Target="../media/image86.png"/><Relationship Id="rId4" Type="http://schemas.openxmlformats.org/officeDocument/2006/relationships/image" Target="../media/image720.png"/><Relationship Id="rId9" Type="http://schemas.openxmlformats.org/officeDocument/2006/relationships/image" Target="../media/image760.png"/><Relationship Id="rId14" Type="http://schemas.openxmlformats.org/officeDocument/2006/relationships/image" Target="../media/image8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0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19.png"/><Relationship Id="rId7" Type="http://schemas.openxmlformats.org/officeDocument/2006/relationships/image" Target="../media/image125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10" Type="http://schemas.openxmlformats.org/officeDocument/2006/relationships/image" Target="../media/image128.png"/><Relationship Id="rId4" Type="http://schemas.openxmlformats.org/officeDocument/2006/relationships/image" Target="../media/image120.png"/><Relationship Id="rId9" Type="http://schemas.openxmlformats.org/officeDocument/2006/relationships/image" Target="../media/image1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Connecteur droit 92"/>
          <p:cNvCxnSpPr/>
          <p:nvPr/>
        </p:nvCxnSpPr>
        <p:spPr>
          <a:xfrm flipV="1">
            <a:off x="1686469" y="3494362"/>
            <a:ext cx="540072" cy="64025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1146397" y="4244282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H="1">
            <a:off x="1596537" y="4331339"/>
            <a:ext cx="720080" cy="18002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1850667" y="4059084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1134418" y="4059084"/>
            <a:ext cx="720080" cy="18002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447030" y="3903826"/>
            <a:ext cx="490541" cy="49054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62" name="Connecteur droit avec flèche 61"/>
          <p:cNvCxnSpPr/>
          <p:nvPr/>
        </p:nvCxnSpPr>
        <p:spPr>
          <a:xfrm flipV="1">
            <a:off x="1686469" y="3429096"/>
            <a:ext cx="0" cy="7200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686469" y="4149096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702104" y="4149096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606325" y="4134614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25" y="4134614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2300807" y="433133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807" y="4331339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596457" y="3251195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457" y="3251195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416473" y="45113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2136529" y="352819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ZoneTexte 120"/>
              <p:cNvSpPr txBox="1"/>
              <p:nvPr/>
            </p:nvSpPr>
            <p:spPr>
              <a:xfrm>
                <a:off x="1600030" y="3962109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1" name="ZoneTexte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030" y="3962109"/>
                <a:ext cx="327910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/>
          <p:cNvGrpSpPr/>
          <p:nvPr/>
        </p:nvGrpSpPr>
        <p:grpSpPr>
          <a:xfrm>
            <a:off x="3594859" y="2765237"/>
            <a:ext cx="1337189" cy="1917724"/>
            <a:chOff x="3594859" y="2765237"/>
            <a:chExt cx="1337189" cy="1917724"/>
          </a:xfrm>
        </p:grpSpPr>
        <p:cxnSp>
          <p:nvCxnSpPr>
            <p:cNvPr id="123" name="Connecteur droit avec flèche 122"/>
            <p:cNvCxnSpPr/>
            <p:nvPr/>
          </p:nvCxnSpPr>
          <p:spPr>
            <a:xfrm flipV="1">
              <a:off x="3858399" y="3024151"/>
              <a:ext cx="0" cy="113232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117"/>
            <p:cNvCxnSpPr>
              <a:endCxn id="101" idx="4"/>
            </p:cNvCxnSpPr>
            <p:nvPr/>
          </p:nvCxnSpPr>
          <p:spPr>
            <a:xfrm flipV="1">
              <a:off x="3858399" y="4134614"/>
              <a:ext cx="0" cy="2867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eur droit 95"/>
            <p:cNvCxnSpPr/>
            <p:nvPr/>
          </p:nvCxnSpPr>
          <p:spPr>
            <a:xfrm flipV="1">
              <a:off x="3858399" y="3301623"/>
              <a:ext cx="0" cy="484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Ellipse 100"/>
            <p:cNvSpPr/>
            <p:nvPr/>
          </p:nvSpPr>
          <p:spPr>
            <a:xfrm>
              <a:off x="3678374" y="3774566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sp>
          <p:nvSpPr>
            <p:cNvPr id="108" name="ZoneTexte 107"/>
            <p:cNvSpPr txBox="1"/>
            <p:nvPr/>
          </p:nvSpPr>
          <p:spPr>
            <a:xfrm>
              <a:off x="3678374" y="4421351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12" name="Connecteur droit 111"/>
            <p:cNvCxnSpPr/>
            <p:nvPr/>
          </p:nvCxnSpPr>
          <p:spPr>
            <a:xfrm flipH="1">
              <a:off x="3594859" y="4149096"/>
              <a:ext cx="527081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ZoneTexte 121"/>
                <p:cNvSpPr txBox="1"/>
                <p:nvPr/>
              </p:nvSpPr>
              <p:spPr>
                <a:xfrm>
                  <a:off x="4038424" y="3796474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2" name="ZoneTexte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424" y="3796474"/>
                  <a:ext cx="327910" cy="27699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ZoneTexte 124"/>
                <p:cNvSpPr txBox="1"/>
                <p:nvPr/>
              </p:nvSpPr>
              <p:spPr>
                <a:xfrm>
                  <a:off x="3678374" y="2765237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5" name="ZoneTexte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8374" y="2765237"/>
                  <a:ext cx="358431" cy="27699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ZoneTexte 126"/>
                <p:cNvSpPr txBox="1"/>
                <p:nvPr/>
              </p:nvSpPr>
              <p:spPr>
                <a:xfrm>
                  <a:off x="4561690" y="4017974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7" name="ZoneTexte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1690" y="4017974"/>
                  <a:ext cx="370358" cy="2769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Connecteur droit avec flèche 127"/>
            <p:cNvCxnSpPr/>
            <p:nvPr/>
          </p:nvCxnSpPr>
          <p:spPr>
            <a:xfrm>
              <a:off x="3842339" y="4147836"/>
              <a:ext cx="734014" cy="863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ZoneTexte 131"/>
            <p:cNvSpPr txBox="1"/>
            <p:nvPr/>
          </p:nvSpPr>
          <p:spPr>
            <a:xfrm>
              <a:off x="3858438" y="3301623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Sphère Plan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991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llipse 159"/>
          <p:cNvSpPr/>
          <p:nvPr/>
        </p:nvSpPr>
        <p:spPr>
          <a:xfrm>
            <a:off x="3602203" y="3782085"/>
            <a:ext cx="512467" cy="360048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28" name="Connecteur droit avec flèche 127"/>
          <p:cNvCxnSpPr/>
          <p:nvPr/>
        </p:nvCxnSpPr>
        <p:spPr>
          <a:xfrm>
            <a:off x="3842458" y="3959164"/>
            <a:ext cx="719842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/>
          <p:cNvCxnSpPr/>
          <p:nvPr/>
        </p:nvCxnSpPr>
        <p:spPr>
          <a:xfrm flipH="1" flipV="1">
            <a:off x="3858399" y="3024152"/>
            <a:ext cx="40" cy="93795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 flipV="1">
            <a:off x="3858399" y="4224626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3858399" y="3965720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2866518" y="3966051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2682141" y="3883547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41" y="3883547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292641" y="433133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41" y="4331339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95"/>
          <p:cNvCxnSpPr/>
          <p:nvPr/>
        </p:nvCxnSpPr>
        <p:spPr>
          <a:xfrm flipV="1">
            <a:off x="3858439" y="3563233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lipse 100"/>
          <p:cNvSpPr/>
          <p:nvPr/>
        </p:nvSpPr>
        <p:spPr>
          <a:xfrm>
            <a:off x="3678374" y="3774566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108" name="ZoneTexte 107"/>
          <p:cNvSpPr txBox="1"/>
          <p:nvPr/>
        </p:nvSpPr>
        <p:spPr>
          <a:xfrm>
            <a:off x="3678374" y="45113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ZoneTexte 121"/>
              <p:cNvSpPr txBox="1"/>
              <p:nvPr/>
            </p:nvSpPr>
            <p:spPr>
              <a:xfrm>
                <a:off x="4027464" y="370516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2" name="ZoneTexte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464" y="3705164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/>
              <p:cNvSpPr txBox="1"/>
              <p:nvPr/>
            </p:nvSpPr>
            <p:spPr>
              <a:xfrm>
                <a:off x="3678374" y="2765237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5" name="ZoneTexte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374" y="2765237"/>
                <a:ext cx="358431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/>
              <p:cNvSpPr txBox="1"/>
              <p:nvPr/>
            </p:nvSpPr>
            <p:spPr>
              <a:xfrm>
                <a:off x="4562300" y="3835985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7" name="ZoneTexte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300" y="3835985"/>
                <a:ext cx="370358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ZoneTexte 131"/>
          <p:cNvSpPr txBox="1"/>
          <p:nvPr/>
        </p:nvSpPr>
        <p:spPr>
          <a:xfrm>
            <a:off x="3934607" y="330378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8" name="Arc 137"/>
          <p:cNvSpPr/>
          <p:nvPr/>
        </p:nvSpPr>
        <p:spPr>
          <a:xfrm>
            <a:off x="3602204" y="3705164"/>
            <a:ext cx="512467" cy="512467"/>
          </a:xfrm>
          <a:prstGeom prst="arc">
            <a:avLst>
              <a:gd name="adj1" fmla="val 21514046"/>
              <a:gd name="adj2" fmla="val 10946969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2" name="Connecteur droit avec flèche 141"/>
          <p:cNvCxnSpPr/>
          <p:nvPr/>
        </p:nvCxnSpPr>
        <p:spPr>
          <a:xfrm flipV="1">
            <a:off x="3857589" y="3251195"/>
            <a:ext cx="624399" cy="70339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/>
              <p:cNvSpPr txBox="1"/>
              <p:nvPr/>
            </p:nvSpPr>
            <p:spPr>
              <a:xfrm>
                <a:off x="4481988" y="304223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5" name="ZoneTexte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3042236"/>
                <a:ext cx="362022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/>
          <p:cNvGrpSpPr/>
          <p:nvPr/>
        </p:nvGrpSpPr>
        <p:grpSpPr>
          <a:xfrm>
            <a:off x="5755998" y="2937531"/>
            <a:ext cx="1330454" cy="2007736"/>
            <a:chOff x="5755998" y="2937531"/>
            <a:chExt cx="1330454" cy="2007736"/>
          </a:xfrm>
        </p:grpSpPr>
        <p:cxnSp>
          <p:nvCxnSpPr>
            <p:cNvPr id="146" name="Connecteur droit avec flèche 145"/>
            <p:cNvCxnSpPr/>
            <p:nvPr/>
          </p:nvCxnSpPr>
          <p:spPr>
            <a:xfrm>
              <a:off x="5996252" y="4131458"/>
              <a:ext cx="719842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avec flèche 146"/>
            <p:cNvCxnSpPr/>
            <p:nvPr/>
          </p:nvCxnSpPr>
          <p:spPr>
            <a:xfrm flipH="1" flipV="1">
              <a:off x="6012193" y="3196446"/>
              <a:ext cx="40" cy="93795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/>
            <p:cNvCxnSpPr/>
            <p:nvPr/>
          </p:nvCxnSpPr>
          <p:spPr>
            <a:xfrm flipV="1">
              <a:off x="6012193" y="4396920"/>
              <a:ext cx="0" cy="2867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eur droit 148"/>
            <p:cNvCxnSpPr/>
            <p:nvPr/>
          </p:nvCxnSpPr>
          <p:spPr>
            <a:xfrm flipV="1">
              <a:off x="6012233" y="3735527"/>
              <a:ext cx="343940" cy="391357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Ellipse 149"/>
            <p:cNvSpPr/>
            <p:nvPr/>
          </p:nvSpPr>
          <p:spPr>
            <a:xfrm>
              <a:off x="5832168" y="3946860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sp>
          <p:nvSpPr>
            <p:cNvPr id="151" name="ZoneTexte 150"/>
            <p:cNvSpPr txBox="1"/>
            <p:nvPr/>
          </p:nvSpPr>
          <p:spPr>
            <a:xfrm>
              <a:off x="5832168" y="4683657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ZoneTexte 151"/>
                <p:cNvSpPr txBox="1"/>
                <p:nvPr/>
              </p:nvSpPr>
              <p:spPr>
                <a:xfrm>
                  <a:off x="6181258" y="3877458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52" name="ZoneTexte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1258" y="3877458"/>
                  <a:ext cx="327910" cy="27699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ZoneTexte 152"/>
                <p:cNvSpPr txBox="1"/>
                <p:nvPr/>
              </p:nvSpPr>
              <p:spPr>
                <a:xfrm>
                  <a:off x="5832168" y="2937531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53" name="ZoneTexte 1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168" y="2937531"/>
                  <a:ext cx="358431" cy="276999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ZoneTexte 153"/>
                <p:cNvSpPr txBox="1"/>
                <p:nvPr/>
              </p:nvSpPr>
              <p:spPr>
                <a:xfrm>
                  <a:off x="6716094" y="4008279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54" name="ZoneTexte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094" y="4008279"/>
                  <a:ext cx="370358" cy="276999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ZoneTexte 154"/>
            <p:cNvSpPr txBox="1"/>
            <p:nvPr/>
          </p:nvSpPr>
          <p:spPr>
            <a:xfrm>
              <a:off x="6088401" y="3476080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156" name="Arc 155"/>
            <p:cNvSpPr/>
            <p:nvPr/>
          </p:nvSpPr>
          <p:spPr>
            <a:xfrm>
              <a:off x="5755998" y="3877458"/>
              <a:ext cx="512467" cy="512467"/>
            </a:xfrm>
            <a:prstGeom prst="arc">
              <a:avLst>
                <a:gd name="adj1" fmla="val 21514046"/>
                <a:gd name="adj2" fmla="val 16197875"/>
              </a:avLst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57" name="Connecteur droit avec flèche 156"/>
            <p:cNvCxnSpPr/>
            <p:nvPr/>
          </p:nvCxnSpPr>
          <p:spPr>
            <a:xfrm flipV="1">
              <a:off x="6011383" y="3423489"/>
              <a:ext cx="624399" cy="703396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ZoneTexte 157"/>
                <p:cNvSpPr txBox="1"/>
                <p:nvPr/>
              </p:nvSpPr>
              <p:spPr>
                <a:xfrm>
                  <a:off x="6635782" y="3214530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58" name="ZoneTexte 1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5782" y="3214530"/>
                  <a:ext cx="362022" cy="276999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Rotule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169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Connecteur droit avec flèche 156"/>
          <p:cNvCxnSpPr/>
          <p:nvPr/>
        </p:nvCxnSpPr>
        <p:spPr>
          <a:xfrm flipV="1">
            <a:off x="6011383" y="3423489"/>
            <a:ext cx="624399" cy="70339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Ellipse 159"/>
          <p:cNvSpPr/>
          <p:nvPr/>
        </p:nvSpPr>
        <p:spPr>
          <a:xfrm>
            <a:off x="3602203" y="3782085"/>
            <a:ext cx="512467" cy="360048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28" name="Connecteur droit avec flèche 127"/>
          <p:cNvCxnSpPr/>
          <p:nvPr/>
        </p:nvCxnSpPr>
        <p:spPr>
          <a:xfrm>
            <a:off x="3842458" y="3959164"/>
            <a:ext cx="719842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/>
          <p:cNvCxnSpPr/>
          <p:nvPr/>
        </p:nvCxnSpPr>
        <p:spPr>
          <a:xfrm flipH="1" flipV="1">
            <a:off x="3858399" y="3024152"/>
            <a:ext cx="40" cy="93795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 flipV="1">
            <a:off x="3858399" y="4224626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3858399" y="3965720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2866518" y="3966051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2682141" y="3883547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41" y="3883547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292641" y="433133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41" y="4331339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95"/>
          <p:cNvCxnSpPr/>
          <p:nvPr/>
        </p:nvCxnSpPr>
        <p:spPr>
          <a:xfrm flipV="1">
            <a:off x="3858439" y="3563233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lipse 100"/>
          <p:cNvSpPr/>
          <p:nvPr/>
        </p:nvSpPr>
        <p:spPr>
          <a:xfrm>
            <a:off x="3678374" y="3774566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108" name="ZoneTexte 107"/>
          <p:cNvSpPr txBox="1"/>
          <p:nvPr/>
        </p:nvSpPr>
        <p:spPr>
          <a:xfrm>
            <a:off x="3678374" y="45113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ZoneTexte 121"/>
              <p:cNvSpPr txBox="1"/>
              <p:nvPr/>
            </p:nvSpPr>
            <p:spPr>
              <a:xfrm>
                <a:off x="4027464" y="370516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2" name="ZoneTexte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464" y="3705164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/>
              <p:cNvSpPr txBox="1"/>
              <p:nvPr/>
            </p:nvSpPr>
            <p:spPr>
              <a:xfrm>
                <a:off x="3678374" y="2765237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5" name="ZoneTexte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374" y="2765237"/>
                <a:ext cx="358431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/>
              <p:cNvSpPr txBox="1"/>
              <p:nvPr/>
            </p:nvSpPr>
            <p:spPr>
              <a:xfrm>
                <a:off x="4562300" y="3835985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7" name="ZoneTexte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300" y="3835985"/>
                <a:ext cx="370358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ZoneTexte 131"/>
          <p:cNvSpPr txBox="1"/>
          <p:nvPr/>
        </p:nvSpPr>
        <p:spPr>
          <a:xfrm>
            <a:off x="3934607" y="330378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8" name="Arc 137"/>
          <p:cNvSpPr/>
          <p:nvPr/>
        </p:nvSpPr>
        <p:spPr>
          <a:xfrm>
            <a:off x="3602204" y="3705164"/>
            <a:ext cx="512467" cy="512467"/>
          </a:xfrm>
          <a:prstGeom prst="arc">
            <a:avLst>
              <a:gd name="adj1" fmla="val 21514046"/>
              <a:gd name="adj2" fmla="val 10946969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2" name="Connecteur droit avec flèche 141"/>
          <p:cNvCxnSpPr/>
          <p:nvPr/>
        </p:nvCxnSpPr>
        <p:spPr>
          <a:xfrm flipV="1">
            <a:off x="3857589" y="3251195"/>
            <a:ext cx="624399" cy="70339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/>
              <p:cNvSpPr txBox="1"/>
              <p:nvPr/>
            </p:nvSpPr>
            <p:spPr>
              <a:xfrm>
                <a:off x="4481988" y="304223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5" name="ZoneTexte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3042236"/>
                <a:ext cx="362022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Connecteur droit avec flèche 145"/>
          <p:cNvCxnSpPr/>
          <p:nvPr/>
        </p:nvCxnSpPr>
        <p:spPr>
          <a:xfrm>
            <a:off x="5996252" y="4131458"/>
            <a:ext cx="719842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avec flèche 146"/>
          <p:cNvCxnSpPr/>
          <p:nvPr/>
        </p:nvCxnSpPr>
        <p:spPr>
          <a:xfrm flipH="1" flipV="1">
            <a:off x="6012193" y="3196446"/>
            <a:ext cx="40" cy="93795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 flipV="1">
            <a:off x="6012193" y="4396920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V="1">
            <a:off x="6012233" y="3735527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Ellipse 149"/>
          <p:cNvSpPr/>
          <p:nvPr/>
        </p:nvSpPr>
        <p:spPr>
          <a:xfrm>
            <a:off x="5832168" y="3946860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151" name="ZoneTexte 150"/>
          <p:cNvSpPr txBox="1"/>
          <p:nvPr/>
        </p:nvSpPr>
        <p:spPr>
          <a:xfrm>
            <a:off x="5832168" y="4683657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ZoneTexte 151"/>
              <p:cNvSpPr txBox="1"/>
              <p:nvPr/>
            </p:nvSpPr>
            <p:spPr>
              <a:xfrm>
                <a:off x="6181258" y="3877458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2" name="ZoneTexte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258" y="3877458"/>
                <a:ext cx="327910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ZoneTexte 152"/>
              <p:cNvSpPr txBox="1"/>
              <p:nvPr/>
            </p:nvSpPr>
            <p:spPr>
              <a:xfrm>
                <a:off x="5832168" y="2937531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3" name="ZoneTexte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68" y="2937531"/>
                <a:ext cx="358431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ZoneTexte 153"/>
              <p:cNvSpPr txBox="1"/>
              <p:nvPr/>
            </p:nvSpPr>
            <p:spPr>
              <a:xfrm>
                <a:off x="6716094" y="400827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4" name="ZoneTexte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094" y="4008279"/>
                <a:ext cx="370358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ZoneTexte 154"/>
          <p:cNvSpPr txBox="1"/>
          <p:nvPr/>
        </p:nvSpPr>
        <p:spPr>
          <a:xfrm>
            <a:off x="6088401" y="347608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6" name="Arc 155"/>
          <p:cNvSpPr/>
          <p:nvPr/>
        </p:nvSpPr>
        <p:spPr>
          <a:xfrm>
            <a:off x="5755998" y="3877458"/>
            <a:ext cx="512467" cy="512467"/>
          </a:xfrm>
          <a:prstGeom prst="arc">
            <a:avLst>
              <a:gd name="adj1" fmla="val 21514046"/>
              <a:gd name="adj2" fmla="val 16197875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ZoneTexte 157"/>
              <p:cNvSpPr txBox="1"/>
              <p:nvPr/>
            </p:nvSpPr>
            <p:spPr>
              <a:xfrm>
                <a:off x="6635782" y="3214530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8" name="ZoneTexte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782" y="3214530"/>
                <a:ext cx="362022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Rotule à doigt</a:t>
            </a:r>
            <a:endParaRPr lang="fr-FR" dirty="0"/>
          </a:p>
        </p:txBody>
      </p:sp>
      <p:cxnSp>
        <p:nvCxnSpPr>
          <p:cNvPr id="34" name="Connecteur droit 33"/>
          <p:cNvCxnSpPr>
            <a:stCxn id="101" idx="3"/>
          </p:cNvCxnSpPr>
          <p:nvPr/>
        </p:nvCxnSpPr>
        <p:spPr>
          <a:xfrm flipH="1">
            <a:off x="3581868" y="4081886"/>
            <a:ext cx="149234" cy="135745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>
            <a:stCxn id="150" idx="1"/>
          </p:cNvCxnSpPr>
          <p:nvPr/>
        </p:nvCxnSpPr>
        <p:spPr>
          <a:xfrm flipH="1" flipV="1">
            <a:off x="5768520" y="3877458"/>
            <a:ext cx="116376" cy="12213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77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Connecteur droit avec flèche 122"/>
          <p:cNvCxnSpPr/>
          <p:nvPr/>
        </p:nvCxnSpPr>
        <p:spPr>
          <a:xfrm flipH="1" flipV="1">
            <a:off x="2411713" y="3201020"/>
            <a:ext cx="40" cy="93795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>
            <a:endCxn id="101" idx="4"/>
          </p:cNvCxnSpPr>
          <p:nvPr/>
        </p:nvCxnSpPr>
        <p:spPr>
          <a:xfrm flipV="1">
            <a:off x="2411713" y="4311482"/>
            <a:ext cx="0" cy="37675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2411713" y="4142588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1419832" y="4142919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235455" y="4060415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455" y="4060415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2845955" y="4508207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955" y="4508207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95"/>
          <p:cNvCxnSpPr/>
          <p:nvPr/>
        </p:nvCxnSpPr>
        <p:spPr>
          <a:xfrm flipV="1">
            <a:off x="2411753" y="3740101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2231688" y="468823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ZoneTexte 121"/>
              <p:cNvSpPr txBox="1"/>
              <p:nvPr/>
            </p:nvSpPr>
            <p:spPr>
              <a:xfrm>
                <a:off x="2580778" y="3882032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2" name="ZoneTexte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778" y="3882032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/>
              <p:cNvSpPr txBox="1"/>
              <p:nvPr/>
            </p:nvSpPr>
            <p:spPr>
              <a:xfrm>
                <a:off x="2231688" y="2942105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5" name="ZoneTexte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688" y="2942105"/>
                <a:ext cx="358431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ZoneTexte 131"/>
          <p:cNvSpPr txBox="1"/>
          <p:nvPr/>
        </p:nvSpPr>
        <p:spPr>
          <a:xfrm>
            <a:off x="2487921" y="348065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8" name="Arc 137"/>
          <p:cNvSpPr/>
          <p:nvPr/>
        </p:nvSpPr>
        <p:spPr>
          <a:xfrm>
            <a:off x="2047602" y="3931205"/>
            <a:ext cx="368172" cy="444989"/>
          </a:xfrm>
          <a:prstGeom prst="arc">
            <a:avLst>
              <a:gd name="adj1" fmla="val 4190701"/>
              <a:gd name="adj2" fmla="val 10946969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2" name="Connecteur droit avec flèche 141"/>
          <p:cNvCxnSpPr/>
          <p:nvPr/>
        </p:nvCxnSpPr>
        <p:spPr>
          <a:xfrm flipV="1">
            <a:off x="2410903" y="3428063"/>
            <a:ext cx="624399" cy="70339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/>
              <p:cNvSpPr txBox="1"/>
              <p:nvPr/>
            </p:nvSpPr>
            <p:spPr>
              <a:xfrm>
                <a:off x="3035302" y="3219104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5" name="ZoneTexte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2" y="3219104"/>
                <a:ext cx="362022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Connecteur droit avec flèche 145"/>
          <p:cNvCxnSpPr/>
          <p:nvPr/>
        </p:nvCxnSpPr>
        <p:spPr>
          <a:xfrm>
            <a:off x="7428429" y="4175388"/>
            <a:ext cx="719842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>
            <a:stCxn id="50" idx="1"/>
          </p:cNvCxnSpPr>
          <p:nvPr/>
        </p:nvCxnSpPr>
        <p:spPr>
          <a:xfrm flipH="1" flipV="1">
            <a:off x="7444370" y="4427427"/>
            <a:ext cx="40" cy="39810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 flipV="1">
            <a:off x="7444410" y="3766033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ZoneTexte 151"/>
              <p:cNvSpPr txBox="1"/>
              <p:nvPr/>
            </p:nvSpPr>
            <p:spPr>
              <a:xfrm>
                <a:off x="6866001" y="4149905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2" name="ZoneTexte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001" y="4149905"/>
                <a:ext cx="327910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Arc 155"/>
          <p:cNvSpPr/>
          <p:nvPr/>
        </p:nvSpPr>
        <p:spPr>
          <a:xfrm>
            <a:off x="7188175" y="3907964"/>
            <a:ext cx="512467" cy="512467"/>
          </a:xfrm>
          <a:prstGeom prst="arc">
            <a:avLst>
              <a:gd name="adj1" fmla="val 21514046"/>
              <a:gd name="adj2" fmla="val 16197875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avec flèche 42"/>
          <p:cNvCxnSpPr/>
          <p:nvPr/>
        </p:nvCxnSpPr>
        <p:spPr>
          <a:xfrm flipH="1">
            <a:off x="2037167" y="4009885"/>
            <a:ext cx="559174" cy="143814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lipse 100"/>
          <p:cNvSpPr/>
          <p:nvPr/>
        </p:nvSpPr>
        <p:spPr>
          <a:xfrm>
            <a:off x="2231688" y="3951434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47" name="Connecteur droit avec flèche 46"/>
          <p:cNvCxnSpPr/>
          <p:nvPr/>
        </p:nvCxnSpPr>
        <p:spPr>
          <a:xfrm flipH="1">
            <a:off x="2288587" y="4216867"/>
            <a:ext cx="559174" cy="143814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c 48"/>
          <p:cNvSpPr/>
          <p:nvPr/>
        </p:nvSpPr>
        <p:spPr>
          <a:xfrm>
            <a:off x="2587667" y="3785784"/>
            <a:ext cx="368172" cy="444989"/>
          </a:xfrm>
          <a:prstGeom prst="arc">
            <a:avLst>
              <a:gd name="adj1" fmla="val 4190701"/>
              <a:gd name="adj2" fmla="val 10946969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Sphère cylindre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/>
              <p:cNvSpPr txBox="1"/>
              <p:nvPr/>
            </p:nvSpPr>
            <p:spPr>
              <a:xfrm>
                <a:off x="8020905" y="3915515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42" name="ZoneTexte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905" y="3915515"/>
                <a:ext cx="370358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eur droit avec flèche 43"/>
          <p:cNvCxnSpPr/>
          <p:nvPr/>
        </p:nvCxnSpPr>
        <p:spPr>
          <a:xfrm flipH="1" flipV="1">
            <a:off x="7429239" y="3233758"/>
            <a:ext cx="40" cy="93795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7249214" y="297484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214" y="2974843"/>
                <a:ext cx="358431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avec flèche 45"/>
          <p:cNvCxnSpPr/>
          <p:nvPr/>
        </p:nvCxnSpPr>
        <p:spPr>
          <a:xfrm flipV="1">
            <a:off x="7428429" y="3460801"/>
            <a:ext cx="624399" cy="70339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/>
              <p:cNvSpPr txBox="1"/>
              <p:nvPr/>
            </p:nvSpPr>
            <p:spPr>
              <a:xfrm>
                <a:off x="8052828" y="3251842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ZoneTexte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28" y="3251842"/>
                <a:ext cx="362022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Ellipse 149"/>
          <p:cNvSpPr/>
          <p:nvPr/>
        </p:nvSpPr>
        <p:spPr>
          <a:xfrm>
            <a:off x="7264345" y="3977366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50" name="ZoneTexte 49"/>
          <p:cNvSpPr txBox="1"/>
          <p:nvPr/>
        </p:nvSpPr>
        <p:spPr>
          <a:xfrm>
            <a:off x="7444410" y="4694727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7755362" y="363522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57" name="Connecteur droit 56"/>
          <p:cNvCxnSpPr/>
          <p:nvPr/>
        </p:nvCxnSpPr>
        <p:spPr>
          <a:xfrm flipV="1">
            <a:off x="7180756" y="4431461"/>
            <a:ext cx="519886" cy="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/>
          <p:cNvGrpSpPr/>
          <p:nvPr/>
        </p:nvGrpSpPr>
        <p:grpSpPr>
          <a:xfrm>
            <a:off x="4714482" y="3289563"/>
            <a:ext cx="1931476" cy="1660278"/>
            <a:chOff x="4714482" y="3289563"/>
            <a:chExt cx="1931476" cy="1660278"/>
          </a:xfrm>
        </p:grpSpPr>
        <p:cxnSp>
          <p:nvCxnSpPr>
            <p:cNvPr id="54" name="Connecteur droit avec flèche 53"/>
            <p:cNvCxnSpPr/>
            <p:nvPr/>
          </p:nvCxnSpPr>
          <p:spPr>
            <a:xfrm flipH="1">
              <a:off x="4927138" y="4144424"/>
              <a:ext cx="719842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avec flèche 146"/>
            <p:cNvCxnSpPr/>
            <p:nvPr/>
          </p:nvCxnSpPr>
          <p:spPr>
            <a:xfrm>
              <a:off x="5647020" y="4136032"/>
              <a:ext cx="0" cy="8138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ZoneTexte 150"/>
            <p:cNvSpPr txBox="1"/>
            <p:nvPr/>
          </p:nvSpPr>
          <p:spPr>
            <a:xfrm>
              <a:off x="5818639" y="4360681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ZoneTexte 153"/>
                <p:cNvSpPr txBox="1"/>
                <p:nvPr/>
              </p:nvSpPr>
              <p:spPr>
                <a:xfrm>
                  <a:off x="5633460" y="4646706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54" name="ZoneTexte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3460" y="4646706"/>
                  <a:ext cx="370358" cy="276999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ZoneTexte 154"/>
            <p:cNvSpPr txBox="1"/>
            <p:nvPr/>
          </p:nvSpPr>
          <p:spPr>
            <a:xfrm>
              <a:off x="6136901" y="3650595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57" name="Connecteur droit avec flèche 156"/>
            <p:cNvCxnSpPr/>
            <p:nvPr/>
          </p:nvCxnSpPr>
          <p:spPr>
            <a:xfrm flipV="1">
              <a:off x="5646980" y="3443382"/>
              <a:ext cx="624399" cy="703396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ZoneTexte 157"/>
                <p:cNvSpPr txBox="1"/>
                <p:nvPr/>
              </p:nvSpPr>
              <p:spPr>
                <a:xfrm>
                  <a:off x="6283936" y="3289563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58" name="ZoneTexte 1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936" y="3289563"/>
                  <a:ext cx="362022" cy="276999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50"/>
            <p:cNvSpPr/>
            <p:nvPr/>
          </p:nvSpPr>
          <p:spPr>
            <a:xfrm>
              <a:off x="5290143" y="3951435"/>
              <a:ext cx="713675" cy="38597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Ellipse 51"/>
            <p:cNvSpPr/>
            <p:nvPr/>
          </p:nvSpPr>
          <p:spPr>
            <a:xfrm>
              <a:off x="5466955" y="3971328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cxnSp>
          <p:nvCxnSpPr>
            <p:cNvPr id="53" name="Connecteur droit 52"/>
            <p:cNvCxnSpPr/>
            <p:nvPr/>
          </p:nvCxnSpPr>
          <p:spPr>
            <a:xfrm flipV="1">
              <a:off x="5776731" y="3618528"/>
              <a:ext cx="343940" cy="391357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/>
                <p:cNvSpPr txBox="1"/>
                <p:nvPr/>
              </p:nvSpPr>
              <p:spPr>
                <a:xfrm>
                  <a:off x="4714482" y="3860891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56" name="ZoneTexte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4482" y="3860891"/>
                  <a:ext cx="368754" cy="276999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Connecteur droit 57"/>
            <p:cNvCxnSpPr/>
            <p:nvPr/>
          </p:nvCxnSpPr>
          <p:spPr>
            <a:xfrm flipV="1">
              <a:off x="5646980" y="4335100"/>
              <a:ext cx="0" cy="37675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/>
                <p:cNvSpPr txBox="1"/>
                <p:nvPr/>
              </p:nvSpPr>
              <p:spPr>
                <a:xfrm>
                  <a:off x="5431697" y="3583892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697" y="3583892"/>
                  <a:ext cx="327910" cy="27699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430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ZoneTexte 180"/>
          <p:cNvSpPr txBox="1"/>
          <p:nvPr/>
        </p:nvSpPr>
        <p:spPr>
          <a:xfrm>
            <a:off x="5020749" y="367447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77" name="Connecteur droit avec flèche 176"/>
          <p:cNvCxnSpPr/>
          <p:nvPr/>
        </p:nvCxnSpPr>
        <p:spPr>
          <a:xfrm rot="16200000" flipV="1">
            <a:off x="6855147" y="3554120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75"/>
          <p:cNvCxnSpPr/>
          <p:nvPr/>
        </p:nvCxnSpPr>
        <p:spPr>
          <a:xfrm flipV="1">
            <a:off x="7447868" y="3564819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/>
          <p:cNvCxnSpPr/>
          <p:nvPr/>
        </p:nvCxnSpPr>
        <p:spPr>
          <a:xfrm flipH="1" flipV="1">
            <a:off x="5284331" y="3447993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392432" y="3867261"/>
            <a:ext cx="926652" cy="23832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965800" y="3639894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1323815" y="3149322"/>
            <a:ext cx="0" cy="7200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323815" y="3861053"/>
            <a:ext cx="720080" cy="4312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61412" y="3849725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2" y="3849725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1793381" y="3963430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1" y="3963430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270238" y="3010822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238" y="3010822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863831" y="346720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139020" y="427798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8" name="Connecteur droit 47"/>
          <p:cNvCxnSpPr/>
          <p:nvPr/>
        </p:nvCxnSpPr>
        <p:spPr>
          <a:xfrm flipV="1">
            <a:off x="1331568" y="4058061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Pivot glissant</a:t>
            </a:r>
            <a:endParaRPr lang="fr-FR" dirty="0"/>
          </a:p>
        </p:txBody>
      </p:sp>
      <p:cxnSp>
        <p:nvCxnSpPr>
          <p:cNvPr id="86" name="Connecteur droit 85"/>
          <p:cNvCxnSpPr/>
          <p:nvPr/>
        </p:nvCxnSpPr>
        <p:spPr>
          <a:xfrm flipH="1">
            <a:off x="962372" y="3999685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2"/>
          <p:cNvSpPr/>
          <p:nvPr/>
        </p:nvSpPr>
        <p:spPr>
          <a:xfrm>
            <a:off x="881508" y="3793830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/>
          <p:cNvCxnSpPr/>
          <p:nvPr/>
        </p:nvCxnSpPr>
        <p:spPr>
          <a:xfrm flipH="1">
            <a:off x="794049" y="3966349"/>
            <a:ext cx="174917" cy="4373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/>
          <p:cNvCxnSpPr/>
          <p:nvPr/>
        </p:nvCxnSpPr>
        <p:spPr>
          <a:xfrm flipH="1">
            <a:off x="1655192" y="3728811"/>
            <a:ext cx="276378" cy="693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/>
          <p:cNvSpPr/>
          <p:nvPr/>
        </p:nvSpPr>
        <p:spPr>
          <a:xfrm>
            <a:off x="1466721" y="3639895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1227684" y="3653792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84" y="3653792"/>
                <a:ext cx="327910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Connecteur droit 128"/>
          <p:cNvCxnSpPr/>
          <p:nvPr/>
        </p:nvCxnSpPr>
        <p:spPr>
          <a:xfrm flipV="1">
            <a:off x="5293345" y="4154294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ZoneTexte 132"/>
              <p:cNvSpPr txBox="1"/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3" name="ZoneTexte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Connecteur droit avec flèche 133"/>
          <p:cNvCxnSpPr/>
          <p:nvPr/>
        </p:nvCxnSpPr>
        <p:spPr>
          <a:xfrm>
            <a:off x="5290825" y="4149617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ZoneTexte 157"/>
              <p:cNvSpPr txBox="1"/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8" name="ZoneTexte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ZoneTexte 159"/>
              <p:cNvSpPr txBox="1"/>
              <p:nvPr/>
            </p:nvSpPr>
            <p:spPr>
              <a:xfrm>
                <a:off x="5324234" y="3789048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0" name="ZoneTexte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234" y="3789048"/>
                <a:ext cx="385939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Ellipse 125"/>
          <p:cNvSpPr/>
          <p:nvPr/>
        </p:nvSpPr>
        <p:spPr>
          <a:xfrm>
            <a:off x="5112071" y="3963430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1" name="Connecteur droit 160"/>
          <p:cNvCxnSpPr/>
          <p:nvPr/>
        </p:nvCxnSpPr>
        <p:spPr>
          <a:xfrm>
            <a:off x="1931570" y="3512244"/>
            <a:ext cx="0" cy="2165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/>
          <p:cNvCxnSpPr/>
          <p:nvPr/>
        </p:nvCxnSpPr>
        <p:spPr>
          <a:xfrm flipV="1">
            <a:off x="7453634" y="4148470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66"/>
          <p:cNvCxnSpPr/>
          <p:nvPr/>
        </p:nvCxnSpPr>
        <p:spPr>
          <a:xfrm flipH="1" flipV="1">
            <a:off x="7444620" y="3442169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7451114" y="4143793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7891432" y="3875093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32" y="3875093"/>
                <a:ext cx="370358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/>
              <p:cNvSpPr txBox="1"/>
              <p:nvPr/>
            </p:nvSpPr>
            <p:spPr>
              <a:xfrm>
                <a:off x="7002324" y="4179490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3" name="ZoneTexte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324" y="4179490"/>
                <a:ext cx="385939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Ellipse 173"/>
          <p:cNvSpPr/>
          <p:nvPr/>
        </p:nvSpPr>
        <p:spPr>
          <a:xfrm>
            <a:off x="7272360" y="3957606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/>
              <p:cNvSpPr txBox="1"/>
              <p:nvPr/>
            </p:nvSpPr>
            <p:spPr>
              <a:xfrm>
                <a:off x="7362372" y="3287820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5" name="ZoneTexte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372" y="3287820"/>
                <a:ext cx="358431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ZoneTexte 177"/>
              <p:cNvSpPr txBox="1"/>
              <p:nvPr/>
            </p:nvSpPr>
            <p:spPr>
              <a:xfrm>
                <a:off x="7858653" y="3328701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8" name="ZoneTexte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53" y="3328701"/>
                <a:ext cx="373949" cy="27699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ZoneTexte 178"/>
              <p:cNvSpPr txBox="1"/>
              <p:nvPr/>
            </p:nvSpPr>
            <p:spPr>
              <a:xfrm>
                <a:off x="6552264" y="3333244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9" name="ZoneTexte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64" y="3333244"/>
                <a:ext cx="362022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Connecteur droit 129"/>
          <p:cNvCxnSpPr/>
          <p:nvPr/>
        </p:nvCxnSpPr>
        <p:spPr>
          <a:xfrm>
            <a:off x="5293345" y="3699036"/>
            <a:ext cx="0" cy="446112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81"/>
          <p:cNvCxnSpPr/>
          <p:nvPr/>
        </p:nvCxnSpPr>
        <p:spPr>
          <a:xfrm flipH="1">
            <a:off x="7451114" y="3752509"/>
            <a:ext cx="405019" cy="395036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avec flèche 182"/>
          <p:cNvCxnSpPr/>
          <p:nvPr/>
        </p:nvCxnSpPr>
        <p:spPr>
          <a:xfrm flipH="1" flipV="1">
            <a:off x="3482115" y="4878438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ZoneTexte 183"/>
              <p:cNvSpPr txBox="1"/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4" name="ZoneTexte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Connecteur droit avec flèche 184"/>
          <p:cNvCxnSpPr/>
          <p:nvPr/>
        </p:nvCxnSpPr>
        <p:spPr>
          <a:xfrm flipH="1">
            <a:off x="2754595" y="5584016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ZoneTexte 185"/>
              <p:cNvSpPr txBox="1"/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86" name="ZoneTexte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ectangle 187"/>
          <p:cNvSpPr/>
          <p:nvPr/>
        </p:nvSpPr>
        <p:spPr>
          <a:xfrm>
            <a:off x="3128561" y="5409264"/>
            <a:ext cx="720096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9" name="Connecteur droit 188"/>
          <p:cNvCxnSpPr/>
          <p:nvPr/>
        </p:nvCxnSpPr>
        <p:spPr>
          <a:xfrm flipV="1">
            <a:off x="3490487" y="5769248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>
            <a:off x="4568753" y="5136838"/>
            <a:ext cx="0" cy="45362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/>
              <p:cNvSpPr txBox="1"/>
              <p:nvPr/>
            </p:nvSpPr>
            <p:spPr>
              <a:xfrm>
                <a:off x="3432365" y="5319252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1" name="ZoneTexte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65" y="5319252"/>
                <a:ext cx="385939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ZoneTexte 191"/>
          <p:cNvSpPr txBox="1"/>
          <p:nvPr/>
        </p:nvSpPr>
        <p:spPr>
          <a:xfrm>
            <a:off x="3114408" y="576143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93" name="Connecteur droit avec flèche 192"/>
          <p:cNvCxnSpPr/>
          <p:nvPr/>
        </p:nvCxnSpPr>
        <p:spPr>
          <a:xfrm flipV="1">
            <a:off x="4565507" y="4864122"/>
            <a:ext cx="1" cy="1077408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ZoneTexte 193"/>
              <p:cNvSpPr txBox="1"/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4" name="ZoneTexte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ZoneTexte 194"/>
          <p:cNvSpPr txBox="1"/>
          <p:nvPr/>
        </p:nvSpPr>
        <p:spPr>
          <a:xfrm>
            <a:off x="4208625" y="518791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87" name="Connecteur droit 186"/>
          <p:cNvCxnSpPr/>
          <p:nvPr/>
        </p:nvCxnSpPr>
        <p:spPr>
          <a:xfrm flipH="1">
            <a:off x="3038549" y="5582950"/>
            <a:ext cx="1530204" cy="394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 rot="5400000" flipV="1">
            <a:off x="4030560" y="5402826"/>
            <a:ext cx="1" cy="1077408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ZoneTexte 198"/>
              <p:cNvSpPr txBox="1"/>
              <p:nvPr/>
            </p:nvSpPr>
            <p:spPr>
              <a:xfrm>
                <a:off x="3868284" y="5664530"/>
                <a:ext cx="4956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𝜆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99" name="ZoneTexte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284" y="5664530"/>
                <a:ext cx="495649" cy="276999"/>
              </a:xfrm>
              <a:prstGeom prst="rect">
                <a:avLst/>
              </a:prstGeom>
              <a:blipFill rotWithShape="1">
                <a:blip r:embed="rId2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Connecteur droit avec flèche 199"/>
          <p:cNvCxnSpPr/>
          <p:nvPr/>
        </p:nvCxnSpPr>
        <p:spPr>
          <a:xfrm rot="16200000" flipV="1">
            <a:off x="6135051" y="4990506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avec flèche 200"/>
          <p:cNvCxnSpPr/>
          <p:nvPr/>
        </p:nvCxnSpPr>
        <p:spPr>
          <a:xfrm flipV="1">
            <a:off x="6727772" y="5001205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 flipV="1">
            <a:off x="6733538" y="5584856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202"/>
          <p:cNvCxnSpPr/>
          <p:nvPr/>
        </p:nvCxnSpPr>
        <p:spPr>
          <a:xfrm flipH="1" flipV="1">
            <a:off x="6724524" y="4878555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avec flèche 203"/>
          <p:cNvCxnSpPr/>
          <p:nvPr/>
        </p:nvCxnSpPr>
        <p:spPr>
          <a:xfrm>
            <a:off x="6731018" y="5580179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ZoneTexte 204"/>
              <p:cNvSpPr txBox="1"/>
              <p:nvPr/>
            </p:nvSpPr>
            <p:spPr>
              <a:xfrm>
                <a:off x="7384689" y="5445516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5" name="ZoneTexte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89" y="5445516"/>
                <a:ext cx="370358" cy="276999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ZoneTexte 205"/>
              <p:cNvSpPr txBox="1"/>
              <p:nvPr/>
            </p:nvSpPr>
            <p:spPr>
              <a:xfrm>
                <a:off x="6282228" y="5615876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6" name="ZoneTexte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228" y="5615876"/>
                <a:ext cx="389530" cy="276999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Ellipse 206"/>
          <p:cNvSpPr/>
          <p:nvPr/>
        </p:nvSpPr>
        <p:spPr>
          <a:xfrm>
            <a:off x="6552264" y="5393992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ZoneTexte 207"/>
              <p:cNvSpPr txBox="1"/>
              <p:nvPr/>
            </p:nvSpPr>
            <p:spPr>
              <a:xfrm>
                <a:off x="6642276" y="4724206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8" name="ZoneTexte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276" y="4724206"/>
                <a:ext cx="358431" cy="276999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ZoneTexte 208"/>
              <p:cNvSpPr txBox="1"/>
              <p:nvPr/>
            </p:nvSpPr>
            <p:spPr>
              <a:xfrm>
                <a:off x="7138557" y="4765087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9" name="ZoneTexte 2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557" y="4765087"/>
                <a:ext cx="373949" cy="276999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ZoneTexte 209"/>
              <p:cNvSpPr txBox="1"/>
              <p:nvPr/>
            </p:nvSpPr>
            <p:spPr>
              <a:xfrm>
                <a:off x="5832168" y="4769630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10" name="ZoneTexte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68" y="4769630"/>
                <a:ext cx="362022" cy="276999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Connecteur droit 210"/>
          <p:cNvCxnSpPr/>
          <p:nvPr/>
        </p:nvCxnSpPr>
        <p:spPr>
          <a:xfrm flipH="1">
            <a:off x="6731018" y="5188895"/>
            <a:ext cx="405019" cy="395036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ZoneTexte 211"/>
          <p:cNvSpPr txBox="1"/>
          <p:nvPr/>
        </p:nvSpPr>
        <p:spPr>
          <a:xfrm>
            <a:off x="4992806" y="430544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3" name="ZoneTexte 212"/>
          <p:cNvSpPr txBox="1"/>
          <p:nvPr/>
        </p:nvSpPr>
        <p:spPr>
          <a:xfrm>
            <a:off x="7400172" y="428735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4" name="ZoneTexte 213"/>
          <p:cNvSpPr txBox="1"/>
          <p:nvPr/>
        </p:nvSpPr>
        <p:spPr>
          <a:xfrm>
            <a:off x="7541694" y="351901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215" name="ZoneTexte 214"/>
          <p:cNvSpPr txBox="1"/>
          <p:nvPr/>
        </p:nvSpPr>
        <p:spPr>
          <a:xfrm>
            <a:off x="6839173" y="501031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216" name="ZoneTexte 215"/>
          <p:cNvSpPr txBox="1"/>
          <p:nvPr/>
        </p:nvSpPr>
        <p:spPr>
          <a:xfrm>
            <a:off x="6676095" y="574461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4" name="Arc 43"/>
          <p:cNvSpPr/>
          <p:nvPr/>
        </p:nvSpPr>
        <p:spPr>
          <a:xfrm>
            <a:off x="6282228" y="5141120"/>
            <a:ext cx="889108" cy="881919"/>
          </a:xfrm>
          <a:prstGeom prst="arc">
            <a:avLst>
              <a:gd name="adj1" fmla="val 19137889"/>
              <a:gd name="adj2" fmla="val 21399604"/>
            </a:avLst>
          </a:prstGeom>
          <a:ln>
            <a:solidFill>
              <a:srgbClr val="FF0000"/>
            </a:solidFill>
            <a:headEnd type="stealth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ZoneTexte 216"/>
              <p:cNvSpPr txBox="1"/>
              <p:nvPr/>
            </p:nvSpPr>
            <p:spPr>
              <a:xfrm>
                <a:off x="7068868" y="5230214"/>
                <a:ext cx="5039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𝜃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17" name="ZoneTexte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868" y="5230214"/>
                <a:ext cx="503919" cy="276999"/>
              </a:xfrm>
              <a:prstGeom prst="rect">
                <a:avLst/>
              </a:prstGeom>
              <a:blipFill rotWithShape="1">
                <a:blip r:embed="rId28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e 4"/>
          <p:cNvGrpSpPr/>
          <p:nvPr/>
        </p:nvGrpSpPr>
        <p:grpSpPr>
          <a:xfrm>
            <a:off x="2622678" y="3287821"/>
            <a:ext cx="2221332" cy="1297417"/>
            <a:chOff x="2622678" y="3287821"/>
            <a:chExt cx="2221332" cy="1297417"/>
          </a:xfrm>
        </p:grpSpPr>
        <p:cxnSp>
          <p:nvCxnSpPr>
            <p:cNvPr id="136" name="Connecteur droit avec flèche 135"/>
            <p:cNvCxnSpPr/>
            <p:nvPr/>
          </p:nvCxnSpPr>
          <p:spPr>
            <a:xfrm flipH="1" flipV="1">
              <a:off x="3485362" y="3440636"/>
              <a:ext cx="6494" cy="704663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ZoneTexte 138"/>
                <p:cNvSpPr txBox="1"/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9" name="ZoneTexte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Connecteur droit avec flèche 98"/>
            <p:cNvCxnSpPr/>
            <p:nvPr/>
          </p:nvCxnSpPr>
          <p:spPr>
            <a:xfrm flipH="1">
              <a:off x="2757842" y="4146214"/>
              <a:ext cx="734014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ZoneTexte 99"/>
                <p:cNvSpPr txBox="1"/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00" name="ZoneTexte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Rectangle 115"/>
            <p:cNvSpPr/>
            <p:nvPr/>
          </p:nvSpPr>
          <p:spPr>
            <a:xfrm>
              <a:off x="3131808" y="3971462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0" name="Connecteur droit 119"/>
            <p:cNvCxnSpPr/>
            <p:nvPr/>
          </p:nvCxnSpPr>
          <p:spPr>
            <a:xfrm flipV="1">
              <a:off x="3493734" y="4331446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123"/>
            <p:cNvCxnSpPr/>
            <p:nvPr/>
          </p:nvCxnSpPr>
          <p:spPr>
            <a:xfrm>
              <a:off x="4572000" y="3699036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ZoneTexte 120"/>
                <p:cNvSpPr txBox="1"/>
                <p:nvPr/>
              </p:nvSpPr>
              <p:spPr>
                <a:xfrm>
                  <a:off x="3432365" y="3879060"/>
                  <a:ext cx="3859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1" name="ZoneTexte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365" y="3879060"/>
                  <a:ext cx="385939" cy="27699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ZoneTexte 161"/>
            <p:cNvSpPr txBox="1"/>
            <p:nvPr/>
          </p:nvSpPr>
          <p:spPr>
            <a:xfrm>
              <a:off x="3117655" y="432362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63" name="Connecteur droit avec flèche 162"/>
            <p:cNvCxnSpPr/>
            <p:nvPr/>
          </p:nvCxnSpPr>
          <p:spPr>
            <a:xfrm flipH="1" flipV="1">
              <a:off x="4565506" y="3448441"/>
              <a:ext cx="6494" cy="70466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ZoneTexte 163"/>
                <p:cNvSpPr txBox="1"/>
                <p:nvPr/>
              </p:nvSpPr>
              <p:spPr>
                <a:xfrm>
                  <a:off x="4481988" y="3295626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64" name="ZoneTexte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1988" y="3295626"/>
                  <a:ext cx="362022" cy="276999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0" name="ZoneTexte 179"/>
            <p:cNvSpPr txBox="1"/>
            <p:nvPr/>
          </p:nvSpPr>
          <p:spPr>
            <a:xfrm>
              <a:off x="4211872" y="375011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19" name="Connecteur droit 118"/>
            <p:cNvCxnSpPr/>
            <p:nvPr/>
          </p:nvCxnSpPr>
          <p:spPr>
            <a:xfrm flipH="1">
              <a:off x="3041796" y="4145148"/>
              <a:ext cx="1530204" cy="394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ZoneTexte 88"/>
                <p:cNvSpPr txBox="1"/>
                <p:nvPr/>
              </p:nvSpPr>
              <p:spPr>
                <a:xfrm>
                  <a:off x="4372536" y="4139482"/>
                  <a:ext cx="38953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89" name="ZoneTexte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2536" y="4139482"/>
                  <a:ext cx="389530" cy="276999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/>
              <p:cNvSpPr txBox="1"/>
              <p:nvPr/>
            </p:nvSpPr>
            <p:spPr>
              <a:xfrm>
                <a:off x="4481988" y="5433125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1" name="ZoneTexte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5433125"/>
                <a:ext cx="389530" cy="276999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92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ZoneTexte 180"/>
          <p:cNvSpPr txBox="1"/>
          <p:nvPr/>
        </p:nvSpPr>
        <p:spPr>
          <a:xfrm>
            <a:off x="5020749" y="367447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31" name="Connecteur droit avec flèche 130"/>
          <p:cNvCxnSpPr/>
          <p:nvPr/>
        </p:nvCxnSpPr>
        <p:spPr>
          <a:xfrm flipH="1" flipV="1">
            <a:off x="5284331" y="3447993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269474" y="4037235"/>
            <a:ext cx="926652" cy="23832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955273" y="3817497"/>
            <a:ext cx="716653" cy="17916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1196126" y="3314577"/>
            <a:ext cx="0" cy="7200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195386" y="4034577"/>
            <a:ext cx="720080" cy="4312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50885" y="384495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5" y="3844956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1944777" y="3983456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77" y="3983456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259711" y="3213656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711" y="3213656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924075" y="353607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128493" y="448081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8" name="Connecteur droit 47"/>
          <p:cNvCxnSpPr/>
          <p:nvPr/>
        </p:nvCxnSpPr>
        <p:spPr>
          <a:xfrm flipV="1">
            <a:off x="1259711" y="4268881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Glissière</a:t>
            </a:r>
            <a:endParaRPr lang="fr-FR" dirty="0"/>
          </a:p>
        </p:txBody>
      </p:sp>
      <p:cxnSp>
        <p:nvCxnSpPr>
          <p:cNvPr id="86" name="Connecteur droit 85"/>
          <p:cNvCxnSpPr/>
          <p:nvPr/>
        </p:nvCxnSpPr>
        <p:spPr>
          <a:xfrm flipH="1">
            <a:off x="951845" y="4176081"/>
            <a:ext cx="721483" cy="18037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971520" y="4014604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20" y="4014604"/>
                <a:ext cx="385939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Connecteur droit 128"/>
          <p:cNvCxnSpPr/>
          <p:nvPr/>
        </p:nvCxnSpPr>
        <p:spPr>
          <a:xfrm flipV="1">
            <a:off x="5293345" y="4154294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ZoneTexte 132"/>
              <p:cNvSpPr txBox="1"/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3" name="ZoneTexte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Connecteur droit avec flèche 133"/>
          <p:cNvCxnSpPr/>
          <p:nvPr/>
        </p:nvCxnSpPr>
        <p:spPr>
          <a:xfrm>
            <a:off x="5290825" y="4149617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ZoneTexte 157"/>
              <p:cNvSpPr txBox="1"/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8" name="ZoneTexte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Connecteur droit 160"/>
          <p:cNvCxnSpPr/>
          <p:nvPr/>
        </p:nvCxnSpPr>
        <p:spPr>
          <a:xfrm>
            <a:off x="2284203" y="3551086"/>
            <a:ext cx="0" cy="2165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ZoneTexte 163"/>
              <p:cNvSpPr txBox="1"/>
              <p:nvPr/>
            </p:nvSpPr>
            <p:spPr>
              <a:xfrm>
                <a:off x="4481988" y="329562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4" name="ZoneTexte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3295626"/>
                <a:ext cx="362022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Connecteur droit avec flèche 182"/>
          <p:cNvCxnSpPr/>
          <p:nvPr/>
        </p:nvCxnSpPr>
        <p:spPr>
          <a:xfrm flipH="1" flipV="1">
            <a:off x="3482115" y="4878438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ZoneTexte 183"/>
              <p:cNvSpPr txBox="1"/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4" name="ZoneTexte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Connecteur droit avec flèche 184"/>
          <p:cNvCxnSpPr/>
          <p:nvPr/>
        </p:nvCxnSpPr>
        <p:spPr>
          <a:xfrm flipH="1">
            <a:off x="2754595" y="5584016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ZoneTexte 185"/>
              <p:cNvSpPr txBox="1"/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86" name="ZoneTexte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Connecteur droit 188"/>
          <p:cNvCxnSpPr/>
          <p:nvPr/>
        </p:nvCxnSpPr>
        <p:spPr>
          <a:xfrm flipV="1">
            <a:off x="3490487" y="5769248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>
            <a:off x="4568753" y="5136838"/>
            <a:ext cx="0" cy="45362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ZoneTexte 191"/>
          <p:cNvSpPr txBox="1"/>
          <p:nvPr/>
        </p:nvSpPr>
        <p:spPr>
          <a:xfrm>
            <a:off x="3114408" y="576143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93" name="Connecteur droit avec flèche 192"/>
          <p:cNvCxnSpPr/>
          <p:nvPr/>
        </p:nvCxnSpPr>
        <p:spPr>
          <a:xfrm flipV="1">
            <a:off x="4565507" y="4864122"/>
            <a:ext cx="1" cy="1077408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ZoneTexte 193"/>
              <p:cNvSpPr txBox="1"/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4" name="ZoneTexte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ZoneTexte 194"/>
          <p:cNvSpPr txBox="1"/>
          <p:nvPr/>
        </p:nvSpPr>
        <p:spPr>
          <a:xfrm>
            <a:off x="4208625" y="518791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87" name="Connecteur droit 186"/>
          <p:cNvCxnSpPr/>
          <p:nvPr/>
        </p:nvCxnSpPr>
        <p:spPr>
          <a:xfrm flipH="1" flipV="1">
            <a:off x="3038549" y="5586897"/>
            <a:ext cx="1545281" cy="35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 rot="5400000" flipV="1">
            <a:off x="4030560" y="5402826"/>
            <a:ext cx="1" cy="1077408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ZoneTexte 198"/>
              <p:cNvSpPr txBox="1"/>
              <p:nvPr/>
            </p:nvSpPr>
            <p:spPr>
              <a:xfrm>
                <a:off x="3868284" y="5664530"/>
                <a:ext cx="4956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𝜆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99" name="ZoneTexte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284" y="5664530"/>
                <a:ext cx="495649" cy="276999"/>
              </a:xfrm>
              <a:prstGeom prst="rect">
                <a:avLst/>
              </a:prstGeom>
              <a:blipFill rotWithShape="1">
                <a:blip r:embed="rId1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ZoneTexte 211"/>
          <p:cNvSpPr txBox="1"/>
          <p:nvPr/>
        </p:nvSpPr>
        <p:spPr>
          <a:xfrm>
            <a:off x="4992806" y="430544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98" name="Connecteur droit 97"/>
          <p:cNvCxnSpPr/>
          <p:nvPr/>
        </p:nvCxnSpPr>
        <p:spPr>
          <a:xfrm flipV="1">
            <a:off x="965800" y="3995323"/>
            <a:ext cx="0" cy="3669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/>
          <p:cNvCxnSpPr/>
          <p:nvPr/>
        </p:nvCxnSpPr>
        <p:spPr>
          <a:xfrm>
            <a:off x="738022" y="4231982"/>
            <a:ext cx="223914" cy="13213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/>
          <p:cNvCxnSpPr/>
          <p:nvPr/>
        </p:nvCxnSpPr>
        <p:spPr>
          <a:xfrm flipV="1">
            <a:off x="732800" y="3865042"/>
            <a:ext cx="0" cy="3669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/>
          <p:cNvCxnSpPr/>
          <p:nvPr/>
        </p:nvCxnSpPr>
        <p:spPr>
          <a:xfrm flipV="1">
            <a:off x="1671926" y="3805377"/>
            <a:ext cx="0" cy="3669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/>
          <p:cNvCxnSpPr/>
          <p:nvPr/>
        </p:nvCxnSpPr>
        <p:spPr>
          <a:xfrm>
            <a:off x="1438926" y="3681769"/>
            <a:ext cx="233000" cy="13749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/>
          <p:cNvCxnSpPr/>
          <p:nvPr/>
        </p:nvCxnSpPr>
        <p:spPr>
          <a:xfrm flipH="1">
            <a:off x="722273" y="3685875"/>
            <a:ext cx="716653" cy="17916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732800" y="3865042"/>
            <a:ext cx="233000" cy="13749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/>
          <p:cNvCxnSpPr/>
          <p:nvPr/>
        </p:nvCxnSpPr>
        <p:spPr>
          <a:xfrm flipH="1" flipV="1">
            <a:off x="738023" y="3852651"/>
            <a:ext cx="213822" cy="49350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/>
          <p:cNvCxnSpPr/>
          <p:nvPr/>
        </p:nvCxnSpPr>
        <p:spPr>
          <a:xfrm flipV="1">
            <a:off x="738023" y="4008118"/>
            <a:ext cx="227777" cy="22386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H="1">
            <a:off x="465348" y="4117058"/>
            <a:ext cx="389986" cy="974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 flipH="1">
            <a:off x="1673328" y="3755656"/>
            <a:ext cx="610875" cy="15272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/>
          <p:cNvGrpSpPr/>
          <p:nvPr/>
        </p:nvGrpSpPr>
        <p:grpSpPr>
          <a:xfrm>
            <a:off x="2622678" y="3287821"/>
            <a:ext cx="1949322" cy="1297417"/>
            <a:chOff x="2622678" y="3287821"/>
            <a:chExt cx="1949322" cy="1297417"/>
          </a:xfrm>
        </p:grpSpPr>
        <p:cxnSp>
          <p:nvCxnSpPr>
            <p:cNvPr id="136" name="Connecteur droit avec flèche 135"/>
            <p:cNvCxnSpPr/>
            <p:nvPr/>
          </p:nvCxnSpPr>
          <p:spPr>
            <a:xfrm flipH="1" flipV="1">
              <a:off x="3485362" y="3440636"/>
              <a:ext cx="6494" cy="704663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ZoneTexte 138"/>
                <p:cNvSpPr txBox="1"/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9" name="ZoneTexte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Connecteur droit avec flèche 98"/>
            <p:cNvCxnSpPr/>
            <p:nvPr/>
          </p:nvCxnSpPr>
          <p:spPr>
            <a:xfrm flipH="1">
              <a:off x="2757842" y="4146214"/>
              <a:ext cx="734014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ZoneTexte 99"/>
                <p:cNvSpPr txBox="1"/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00" name="ZoneTexte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Connecteur droit 119"/>
            <p:cNvCxnSpPr/>
            <p:nvPr/>
          </p:nvCxnSpPr>
          <p:spPr>
            <a:xfrm flipV="1">
              <a:off x="3493734" y="4331446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123"/>
            <p:cNvCxnSpPr/>
            <p:nvPr/>
          </p:nvCxnSpPr>
          <p:spPr>
            <a:xfrm>
              <a:off x="4481988" y="3699036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ZoneTexte 161"/>
            <p:cNvSpPr txBox="1"/>
            <p:nvPr/>
          </p:nvSpPr>
          <p:spPr>
            <a:xfrm>
              <a:off x="3117655" y="432362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63" name="Connecteur droit avec flèche 162"/>
            <p:cNvCxnSpPr/>
            <p:nvPr/>
          </p:nvCxnSpPr>
          <p:spPr>
            <a:xfrm flipH="1" flipV="1">
              <a:off x="4475494" y="3448441"/>
              <a:ext cx="6494" cy="70466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ZoneTexte 179"/>
            <p:cNvSpPr txBox="1"/>
            <p:nvPr/>
          </p:nvSpPr>
          <p:spPr>
            <a:xfrm>
              <a:off x="4211872" y="375011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19" name="Connecteur droit 118"/>
            <p:cNvCxnSpPr/>
            <p:nvPr/>
          </p:nvCxnSpPr>
          <p:spPr>
            <a:xfrm flipH="1">
              <a:off x="2951784" y="4145148"/>
              <a:ext cx="1530204" cy="394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/>
            <p:cNvSpPr/>
            <p:nvPr/>
          </p:nvSpPr>
          <p:spPr>
            <a:xfrm>
              <a:off x="3131808" y="3971462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ZoneTexte 120"/>
                <p:cNvSpPr txBox="1"/>
                <p:nvPr/>
              </p:nvSpPr>
              <p:spPr>
                <a:xfrm>
                  <a:off x="3432365" y="3985944"/>
                  <a:ext cx="3859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1" name="ZoneTexte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365" y="3985944"/>
                  <a:ext cx="385939" cy="276999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8" name="Rectangle 187"/>
          <p:cNvSpPr/>
          <p:nvPr/>
        </p:nvSpPr>
        <p:spPr>
          <a:xfrm>
            <a:off x="3128561" y="5409264"/>
            <a:ext cx="720096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/>
              <p:cNvSpPr txBox="1"/>
              <p:nvPr/>
            </p:nvSpPr>
            <p:spPr>
              <a:xfrm>
                <a:off x="3432365" y="5402301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1" name="ZoneTexte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65" y="5402301"/>
                <a:ext cx="385939" cy="27699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/>
              <p:cNvSpPr txBox="1"/>
              <p:nvPr/>
            </p:nvSpPr>
            <p:spPr>
              <a:xfrm>
                <a:off x="4481988" y="5452180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7" name="ZoneTexte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5452180"/>
                <a:ext cx="389530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Rectangle 131"/>
          <p:cNvSpPr/>
          <p:nvPr/>
        </p:nvSpPr>
        <p:spPr>
          <a:xfrm>
            <a:off x="5112072" y="3967710"/>
            <a:ext cx="360048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5" name="Connecteur droit 134"/>
          <p:cNvCxnSpPr/>
          <p:nvPr/>
        </p:nvCxnSpPr>
        <p:spPr>
          <a:xfrm flipH="1" flipV="1">
            <a:off x="5112072" y="3975959"/>
            <a:ext cx="360048" cy="34203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 flipV="1">
            <a:off x="5114669" y="3975817"/>
            <a:ext cx="360048" cy="34203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ZoneTexte 159"/>
              <p:cNvSpPr txBox="1"/>
              <p:nvPr/>
            </p:nvSpPr>
            <p:spPr>
              <a:xfrm>
                <a:off x="5380877" y="3908843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0" name="ZoneTexte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77" y="3908843"/>
                <a:ext cx="327910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Connecteur droit 129"/>
          <p:cNvCxnSpPr/>
          <p:nvPr/>
        </p:nvCxnSpPr>
        <p:spPr>
          <a:xfrm>
            <a:off x="5293345" y="3699036"/>
            <a:ext cx="0" cy="446112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/>
              <p:cNvSpPr txBox="1"/>
              <p:nvPr/>
            </p:nvSpPr>
            <p:spPr>
              <a:xfrm>
                <a:off x="4475494" y="4138344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9" name="ZoneText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494" y="4138344"/>
                <a:ext cx="389530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2233148" y="3495192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148" y="3495192"/>
                <a:ext cx="389530" cy="2769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612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Connecteur droit avec flèche 116"/>
          <p:cNvCxnSpPr/>
          <p:nvPr/>
        </p:nvCxnSpPr>
        <p:spPr>
          <a:xfrm flipH="1" flipV="1">
            <a:off x="6006402" y="3447145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ZoneTexte 198"/>
              <p:cNvSpPr txBox="1"/>
              <p:nvPr/>
            </p:nvSpPr>
            <p:spPr>
              <a:xfrm>
                <a:off x="3439405" y="5729179"/>
                <a:ext cx="1182310" cy="382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latin typeface="Cambria Math"/>
                        </a:rPr>
                        <m:t>𝜆</m:t>
                      </m:r>
                      <m:d>
                        <m:d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fr-FR" sz="1100" b="0" i="1" smtClean="0">
                          <a:latin typeface="Cambria Math"/>
                        </a:rPr>
                        <m:t>=</m:t>
                      </m:r>
                      <m:r>
                        <a:rPr lang="fr-FR" sz="1100" b="0" i="1" smtClean="0">
                          <a:latin typeface="Cambria Math"/>
                        </a:rPr>
                        <m:t>𝜃</m:t>
                      </m:r>
                      <m:d>
                        <m:d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fr-FR" sz="1100" b="0" i="1" smtClean="0">
                          <a:latin typeface="Cambria Math"/>
                        </a:rPr>
                        <m:t>⋅</m:t>
                      </m:r>
                      <m:f>
                        <m:fPr>
                          <m:ctrlPr>
                            <a:rPr lang="fr-FR" sz="11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a:rPr lang="fr-FR" sz="1100" b="0" i="1" smtClean="0">
                              <a:latin typeface="Cambria Math"/>
                            </a:rPr>
                            <m:t>2</m:t>
                          </m:r>
                          <m:r>
                            <a:rPr lang="fr-FR" sz="1100" b="0" i="1" smtClean="0">
                              <a:latin typeface="Cambria Math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199" name="ZoneTexte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405" y="5729179"/>
                <a:ext cx="1182310" cy="3822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Glissière hélicoïdale</a:t>
            </a:r>
            <a:endParaRPr lang="fr-FR" dirty="0"/>
          </a:p>
        </p:txBody>
      </p:sp>
      <p:cxnSp>
        <p:nvCxnSpPr>
          <p:cNvPr id="183" name="Connecteur droit avec flèche 182"/>
          <p:cNvCxnSpPr/>
          <p:nvPr/>
        </p:nvCxnSpPr>
        <p:spPr>
          <a:xfrm flipH="1" flipV="1">
            <a:off x="3482115" y="4878438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ZoneTexte 183"/>
              <p:cNvSpPr txBox="1"/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4" name="ZoneTexte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97" y="4725623"/>
                <a:ext cx="358431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Connecteur droit avec flèche 184"/>
          <p:cNvCxnSpPr/>
          <p:nvPr/>
        </p:nvCxnSpPr>
        <p:spPr>
          <a:xfrm flipH="1">
            <a:off x="2754595" y="5584016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ZoneTexte 185"/>
              <p:cNvSpPr txBox="1"/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86" name="ZoneTexte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431" y="5294626"/>
                <a:ext cx="368754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Connecteur droit 188"/>
          <p:cNvCxnSpPr/>
          <p:nvPr/>
        </p:nvCxnSpPr>
        <p:spPr>
          <a:xfrm flipV="1">
            <a:off x="3490487" y="5769248"/>
            <a:ext cx="0" cy="45012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>
            <a:off x="4568753" y="5136838"/>
            <a:ext cx="0" cy="45362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ZoneTexte 191"/>
          <p:cNvSpPr txBox="1"/>
          <p:nvPr/>
        </p:nvSpPr>
        <p:spPr>
          <a:xfrm>
            <a:off x="3114408" y="576143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93" name="Connecteur droit avec flèche 192"/>
          <p:cNvCxnSpPr/>
          <p:nvPr/>
        </p:nvCxnSpPr>
        <p:spPr>
          <a:xfrm flipV="1">
            <a:off x="4565508" y="4864122"/>
            <a:ext cx="0" cy="135525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ZoneTexte 193"/>
              <p:cNvSpPr txBox="1"/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4" name="ZoneTexte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0" y="4779096"/>
                <a:ext cx="362022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ZoneTexte 194"/>
          <p:cNvSpPr txBox="1"/>
          <p:nvPr/>
        </p:nvSpPr>
        <p:spPr>
          <a:xfrm>
            <a:off x="4208625" y="518791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87" name="Connecteur droit 186"/>
          <p:cNvCxnSpPr/>
          <p:nvPr/>
        </p:nvCxnSpPr>
        <p:spPr>
          <a:xfrm flipH="1" flipV="1">
            <a:off x="3038549" y="5586897"/>
            <a:ext cx="1545281" cy="356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 rot="5400000" flipV="1">
            <a:off x="4030560" y="5590657"/>
            <a:ext cx="1" cy="1077408"/>
          </a:xfrm>
          <a:prstGeom prst="straightConnector1">
            <a:avLst/>
          </a:prstGeom>
          <a:ln>
            <a:solidFill>
              <a:srgbClr val="FF0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/>
          <p:cNvSpPr/>
          <p:nvPr/>
        </p:nvSpPr>
        <p:spPr>
          <a:xfrm>
            <a:off x="3128561" y="5409264"/>
            <a:ext cx="720096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/>
              <p:cNvSpPr txBox="1"/>
              <p:nvPr/>
            </p:nvSpPr>
            <p:spPr>
              <a:xfrm>
                <a:off x="3300764" y="5387531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1" name="ZoneTexte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764" y="5387531"/>
                <a:ext cx="385939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/>
              <p:cNvSpPr txBox="1"/>
              <p:nvPr/>
            </p:nvSpPr>
            <p:spPr>
              <a:xfrm>
                <a:off x="4481988" y="5452180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7" name="ZoneTexte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5452180"/>
                <a:ext cx="389530" cy="27699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necteur droit avec flèche 68"/>
          <p:cNvCxnSpPr/>
          <p:nvPr/>
        </p:nvCxnSpPr>
        <p:spPr>
          <a:xfrm flipH="1">
            <a:off x="392432" y="2779562"/>
            <a:ext cx="926652" cy="23832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 flipH="1">
            <a:off x="965800" y="2552195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/>
          <p:cNvCxnSpPr/>
          <p:nvPr/>
        </p:nvCxnSpPr>
        <p:spPr>
          <a:xfrm flipV="1">
            <a:off x="1323815" y="2061623"/>
            <a:ext cx="0" cy="7200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/>
          <p:cNvCxnSpPr/>
          <p:nvPr/>
        </p:nvCxnSpPr>
        <p:spPr>
          <a:xfrm>
            <a:off x="1323815" y="2773354"/>
            <a:ext cx="720080" cy="4312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161412" y="276202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2" y="2762026"/>
                <a:ext cx="368754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1793381" y="2875731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1" y="2875731"/>
                <a:ext cx="370358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/>
              <p:cNvSpPr txBox="1"/>
              <p:nvPr/>
            </p:nvSpPr>
            <p:spPr>
              <a:xfrm>
                <a:off x="1270238" y="192312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1" name="ZoneTexte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238" y="1923123"/>
                <a:ext cx="358431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ZoneTexte 81"/>
          <p:cNvSpPr txBox="1"/>
          <p:nvPr/>
        </p:nvSpPr>
        <p:spPr>
          <a:xfrm>
            <a:off x="1863831" y="237950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1139020" y="319028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84" name="Connecteur droit 83"/>
          <p:cNvCxnSpPr/>
          <p:nvPr/>
        </p:nvCxnSpPr>
        <p:spPr>
          <a:xfrm flipV="1">
            <a:off x="1331568" y="2970362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 flipH="1">
            <a:off x="962372" y="2911986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lipse 86"/>
          <p:cNvSpPr/>
          <p:nvPr/>
        </p:nvSpPr>
        <p:spPr>
          <a:xfrm>
            <a:off x="881508" y="2706131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8" name="Connecteur droit 87"/>
          <p:cNvCxnSpPr/>
          <p:nvPr/>
        </p:nvCxnSpPr>
        <p:spPr>
          <a:xfrm flipH="1">
            <a:off x="794049" y="2878650"/>
            <a:ext cx="174917" cy="4373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/>
          <p:cNvCxnSpPr/>
          <p:nvPr/>
        </p:nvCxnSpPr>
        <p:spPr>
          <a:xfrm flipH="1">
            <a:off x="1655192" y="2641112"/>
            <a:ext cx="276378" cy="693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rc 89"/>
          <p:cNvSpPr/>
          <p:nvPr/>
        </p:nvSpPr>
        <p:spPr>
          <a:xfrm>
            <a:off x="1466721" y="2552196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/>
          <p:cNvCxnSpPr/>
          <p:nvPr/>
        </p:nvCxnSpPr>
        <p:spPr>
          <a:xfrm>
            <a:off x="1931570" y="2424545"/>
            <a:ext cx="0" cy="2165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rc 92"/>
          <p:cNvSpPr/>
          <p:nvPr/>
        </p:nvSpPr>
        <p:spPr>
          <a:xfrm>
            <a:off x="980681" y="2675773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Arc 93"/>
          <p:cNvSpPr/>
          <p:nvPr/>
        </p:nvSpPr>
        <p:spPr>
          <a:xfrm>
            <a:off x="1050092" y="2660159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Arc 94"/>
          <p:cNvSpPr/>
          <p:nvPr/>
        </p:nvSpPr>
        <p:spPr>
          <a:xfrm>
            <a:off x="1119503" y="2644545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Arc 95"/>
          <p:cNvSpPr/>
          <p:nvPr/>
        </p:nvSpPr>
        <p:spPr>
          <a:xfrm>
            <a:off x="1188914" y="2628931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Arc 102"/>
          <p:cNvSpPr/>
          <p:nvPr/>
        </p:nvSpPr>
        <p:spPr>
          <a:xfrm>
            <a:off x="1258325" y="2613317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Arc 105"/>
          <p:cNvSpPr/>
          <p:nvPr/>
        </p:nvSpPr>
        <p:spPr>
          <a:xfrm>
            <a:off x="1327736" y="2597703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Arc 106"/>
          <p:cNvSpPr/>
          <p:nvPr/>
        </p:nvSpPr>
        <p:spPr>
          <a:xfrm>
            <a:off x="1397147" y="2567449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/>
              <p:cNvSpPr txBox="1"/>
              <p:nvPr/>
            </p:nvSpPr>
            <p:spPr>
              <a:xfrm>
                <a:off x="1070693" y="2433435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1" name="ZoneTexte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93" y="2433435"/>
                <a:ext cx="327910" cy="27699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e 3"/>
          <p:cNvGrpSpPr/>
          <p:nvPr/>
        </p:nvGrpSpPr>
        <p:grpSpPr>
          <a:xfrm>
            <a:off x="2622678" y="3287821"/>
            <a:ext cx="2221332" cy="1297417"/>
            <a:chOff x="2622678" y="3287821"/>
            <a:chExt cx="2221332" cy="1297417"/>
          </a:xfrm>
        </p:grpSpPr>
        <p:cxnSp>
          <p:nvCxnSpPr>
            <p:cNvPr id="136" name="Connecteur droit avec flèche 135"/>
            <p:cNvCxnSpPr/>
            <p:nvPr/>
          </p:nvCxnSpPr>
          <p:spPr>
            <a:xfrm flipH="1" flipV="1">
              <a:off x="3485362" y="3440636"/>
              <a:ext cx="6494" cy="704663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ZoneTexte 138"/>
                <p:cNvSpPr txBox="1"/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9" name="ZoneTexte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1844" y="3287821"/>
                  <a:ext cx="358431" cy="27699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Connecteur droit avec flèche 98"/>
            <p:cNvCxnSpPr/>
            <p:nvPr/>
          </p:nvCxnSpPr>
          <p:spPr>
            <a:xfrm flipH="1">
              <a:off x="2757842" y="4146214"/>
              <a:ext cx="734014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ZoneTexte 99"/>
                <p:cNvSpPr txBox="1"/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00" name="ZoneTexte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678" y="3856824"/>
                  <a:ext cx="368754" cy="27699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Connecteur droit 119"/>
            <p:cNvCxnSpPr/>
            <p:nvPr/>
          </p:nvCxnSpPr>
          <p:spPr>
            <a:xfrm flipV="1">
              <a:off x="3493734" y="4331446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123"/>
            <p:cNvCxnSpPr/>
            <p:nvPr/>
          </p:nvCxnSpPr>
          <p:spPr>
            <a:xfrm>
              <a:off x="4481988" y="3699036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ZoneTexte 161"/>
            <p:cNvSpPr txBox="1"/>
            <p:nvPr/>
          </p:nvSpPr>
          <p:spPr>
            <a:xfrm>
              <a:off x="3117655" y="432362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63" name="Connecteur droit avec flèche 162"/>
            <p:cNvCxnSpPr/>
            <p:nvPr/>
          </p:nvCxnSpPr>
          <p:spPr>
            <a:xfrm flipH="1" flipV="1">
              <a:off x="4475494" y="3448441"/>
              <a:ext cx="6494" cy="70466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ZoneTexte 163"/>
                <p:cNvSpPr txBox="1"/>
                <p:nvPr/>
              </p:nvSpPr>
              <p:spPr>
                <a:xfrm>
                  <a:off x="4481988" y="3295626"/>
                  <a:ext cx="3620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64" name="ZoneTexte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1988" y="3295626"/>
                  <a:ext cx="362022" cy="27699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0" name="ZoneTexte 179"/>
            <p:cNvSpPr txBox="1"/>
            <p:nvPr/>
          </p:nvSpPr>
          <p:spPr>
            <a:xfrm>
              <a:off x="4211872" y="375011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19" name="Connecteur droit 118"/>
            <p:cNvCxnSpPr/>
            <p:nvPr/>
          </p:nvCxnSpPr>
          <p:spPr>
            <a:xfrm flipH="1">
              <a:off x="2951784" y="4145148"/>
              <a:ext cx="1530204" cy="394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/>
            <p:cNvSpPr/>
            <p:nvPr/>
          </p:nvSpPr>
          <p:spPr>
            <a:xfrm>
              <a:off x="3131808" y="3971462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ZoneTexte 120"/>
                <p:cNvSpPr txBox="1"/>
                <p:nvPr/>
              </p:nvSpPr>
              <p:spPr>
                <a:xfrm>
                  <a:off x="3329779" y="3967710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1" name="ZoneTexte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779" y="3967710"/>
                  <a:ext cx="327910" cy="276999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Forme libre 2"/>
            <p:cNvSpPr/>
            <p:nvPr/>
          </p:nvSpPr>
          <p:spPr>
            <a:xfrm>
              <a:off x="3127375" y="4019416"/>
              <a:ext cx="720725" cy="226655"/>
            </a:xfrm>
            <a:custGeom>
              <a:avLst/>
              <a:gdLst>
                <a:gd name="connsiteX0" fmla="*/ 0 w 720725"/>
                <a:gd name="connsiteY0" fmla="*/ 355601 h 358776"/>
                <a:gd name="connsiteX1" fmla="*/ 180975 w 720725"/>
                <a:gd name="connsiteY1" fmla="*/ 1 h 358776"/>
                <a:gd name="connsiteX2" fmla="*/ 365125 w 720725"/>
                <a:gd name="connsiteY2" fmla="*/ 358776 h 358776"/>
                <a:gd name="connsiteX3" fmla="*/ 549275 w 720725"/>
                <a:gd name="connsiteY3" fmla="*/ 3176 h 358776"/>
                <a:gd name="connsiteX4" fmla="*/ 720725 w 720725"/>
                <a:gd name="connsiteY4" fmla="*/ 355601 h 35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725" h="358776">
                  <a:moveTo>
                    <a:pt x="0" y="355601"/>
                  </a:moveTo>
                  <a:cubicBezTo>
                    <a:pt x="60060" y="177536"/>
                    <a:pt x="120121" y="-528"/>
                    <a:pt x="180975" y="1"/>
                  </a:cubicBezTo>
                  <a:cubicBezTo>
                    <a:pt x="241829" y="530"/>
                    <a:pt x="303742" y="358247"/>
                    <a:pt x="365125" y="358776"/>
                  </a:cubicBezTo>
                  <a:cubicBezTo>
                    <a:pt x="426508" y="359305"/>
                    <a:pt x="490008" y="3705"/>
                    <a:pt x="549275" y="3176"/>
                  </a:cubicBezTo>
                  <a:cubicBezTo>
                    <a:pt x="608542" y="2647"/>
                    <a:pt x="664633" y="179124"/>
                    <a:pt x="720725" y="355601"/>
                  </a:cubicBez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>
                  <a:solidFill>
                    <a:schemeClr val="accent3">
                      <a:lumMod val="75000"/>
                    </a:schemeClr>
                  </a:solidFill>
                </a:ln>
              </a:endParaRPr>
            </a:p>
          </p:txBody>
        </p:sp>
      </p:grpSp>
      <p:sp>
        <p:nvSpPr>
          <p:cNvPr id="108" name="Forme libre 107"/>
          <p:cNvSpPr/>
          <p:nvPr/>
        </p:nvSpPr>
        <p:spPr>
          <a:xfrm>
            <a:off x="3130124" y="5470688"/>
            <a:ext cx="720725" cy="226655"/>
          </a:xfrm>
          <a:custGeom>
            <a:avLst/>
            <a:gdLst>
              <a:gd name="connsiteX0" fmla="*/ 0 w 720725"/>
              <a:gd name="connsiteY0" fmla="*/ 355601 h 358776"/>
              <a:gd name="connsiteX1" fmla="*/ 180975 w 720725"/>
              <a:gd name="connsiteY1" fmla="*/ 1 h 358776"/>
              <a:gd name="connsiteX2" fmla="*/ 365125 w 720725"/>
              <a:gd name="connsiteY2" fmla="*/ 358776 h 358776"/>
              <a:gd name="connsiteX3" fmla="*/ 549275 w 720725"/>
              <a:gd name="connsiteY3" fmla="*/ 3176 h 358776"/>
              <a:gd name="connsiteX4" fmla="*/ 720725 w 720725"/>
              <a:gd name="connsiteY4" fmla="*/ 355601 h 358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725" h="358776">
                <a:moveTo>
                  <a:pt x="0" y="355601"/>
                </a:moveTo>
                <a:cubicBezTo>
                  <a:pt x="60060" y="177536"/>
                  <a:pt x="120121" y="-528"/>
                  <a:pt x="180975" y="1"/>
                </a:cubicBezTo>
                <a:cubicBezTo>
                  <a:pt x="241829" y="530"/>
                  <a:pt x="303742" y="358247"/>
                  <a:pt x="365125" y="358776"/>
                </a:cubicBezTo>
                <a:cubicBezTo>
                  <a:pt x="426508" y="359305"/>
                  <a:pt x="490008" y="3705"/>
                  <a:pt x="549275" y="3176"/>
                </a:cubicBezTo>
                <a:cubicBezTo>
                  <a:pt x="608542" y="2647"/>
                  <a:pt x="664633" y="179124"/>
                  <a:pt x="720725" y="355601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accent3">
                    <a:lumMod val="75000"/>
                  </a:schemeClr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ZoneTexte 110"/>
              <p:cNvSpPr txBox="1"/>
              <p:nvPr/>
            </p:nvSpPr>
            <p:spPr>
              <a:xfrm>
                <a:off x="5922884" y="3294330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1" name="ZoneTexte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884" y="3294330"/>
                <a:ext cx="358431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ZoneTexte 113"/>
          <p:cNvSpPr txBox="1"/>
          <p:nvPr/>
        </p:nvSpPr>
        <p:spPr>
          <a:xfrm>
            <a:off x="6284202" y="3810957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18" name="Connecteur droit 117"/>
          <p:cNvCxnSpPr/>
          <p:nvPr/>
        </p:nvCxnSpPr>
        <p:spPr>
          <a:xfrm flipV="1">
            <a:off x="6015416" y="4153446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/>
          <p:cNvCxnSpPr/>
          <p:nvPr/>
        </p:nvCxnSpPr>
        <p:spPr>
          <a:xfrm>
            <a:off x="6012896" y="4148769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/>
              <p:cNvSpPr txBox="1"/>
              <p:nvPr/>
            </p:nvSpPr>
            <p:spPr>
              <a:xfrm>
                <a:off x="6583799" y="389938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5" name="ZoneTexte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799" y="3899389"/>
                <a:ext cx="370358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ZoneTexte 125"/>
              <p:cNvSpPr txBox="1"/>
              <p:nvPr/>
            </p:nvSpPr>
            <p:spPr>
              <a:xfrm>
                <a:off x="5594974" y="3995323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6" name="ZoneTexte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974" y="3995323"/>
                <a:ext cx="327910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Ellipse 127"/>
          <p:cNvSpPr/>
          <p:nvPr/>
        </p:nvSpPr>
        <p:spPr>
          <a:xfrm>
            <a:off x="5834142" y="3962582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8" name="ZoneTexte 137"/>
          <p:cNvSpPr txBox="1"/>
          <p:nvPr/>
        </p:nvSpPr>
        <p:spPr>
          <a:xfrm>
            <a:off x="5714877" y="430460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13" name="Connecteur droit 112"/>
          <p:cNvCxnSpPr/>
          <p:nvPr/>
        </p:nvCxnSpPr>
        <p:spPr>
          <a:xfrm flipH="1">
            <a:off x="6015417" y="3836759"/>
            <a:ext cx="364486" cy="307541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6"/>
          <p:cNvSpPr/>
          <p:nvPr/>
        </p:nvSpPr>
        <p:spPr>
          <a:xfrm>
            <a:off x="5876703" y="4011722"/>
            <a:ext cx="265892" cy="268984"/>
          </a:xfrm>
          <a:prstGeom prst="arc">
            <a:avLst>
              <a:gd name="adj1" fmla="val 445862"/>
              <a:gd name="adj2" fmla="val 16185264"/>
            </a:avLst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avec flèche 140"/>
          <p:cNvCxnSpPr/>
          <p:nvPr/>
        </p:nvCxnSpPr>
        <p:spPr>
          <a:xfrm flipV="1">
            <a:off x="6006616" y="3665069"/>
            <a:ext cx="547622" cy="48402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ZoneTexte 141"/>
              <p:cNvSpPr txBox="1"/>
              <p:nvPr/>
            </p:nvSpPr>
            <p:spPr>
              <a:xfrm>
                <a:off x="6464226" y="3457683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42" name="ZoneTexte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226" y="3457683"/>
                <a:ext cx="373949" cy="2769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ZoneTexte 142"/>
              <p:cNvSpPr txBox="1"/>
              <p:nvPr/>
            </p:nvSpPr>
            <p:spPr>
              <a:xfrm>
                <a:off x="5472120" y="3417468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43" name="ZoneTexte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20" y="3417468"/>
                <a:ext cx="362022" cy="276999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Connecteur droit avec flèche 143"/>
          <p:cNvCxnSpPr/>
          <p:nvPr/>
        </p:nvCxnSpPr>
        <p:spPr>
          <a:xfrm rot="16200000" flipV="1">
            <a:off x="5499591" y="3643719"/>
            <a:ext cx="547622" cy="484027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759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ZoneTexte 132"/>
              <p:cNvSpPr txBox="1"/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3" name="ZoneTexte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813" y="3295178"/>
                <a:ext cx="358431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Connecteur droit 181"/>
          <p:cNvCxnSpPr/>
          <p:nvPr/>
        </p:nvCxnSpPr>
        <p:spPr>
          <a:xfrm flipH="1">
            <a:off x="7451114" y="3752509"/>
            <a:ext cx="405019" cy="395036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>
            <a:off x="5293345" y="3699036"/>
            <a:ext cx="0" cy="446112"/>
          </a:xfrm>
          <a:prstGeom prst="line">
            <a:avLst/>
          </a:prstGeom>
          <a:ln w="28575">
            <a:solidFill>
              <a:srgbClr val="7030A0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ZoneTexte 180"/>
          <p:cNvSpPr txBox="1"/>
          <p:nvPr/>
        </p:nvSpPr>
        <p:spPr>
          <a:xfrm>
            <a:off x="5020749" y="367447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77" name="Connecteur droit avec flèche 176"/>
          <p:cNvCxnSpPr/>
          <p:nvPr/>
        </p:nvCxnSpPr>
        <p:spPr>
          <a:xfrm rot="16200000" flipV="1">
            <a:off x="6855147" y="3554120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75"/>
          <p:cNvCxnSpPr/>
          <p:nvPr/>
        </p:nvCxnSpPr>
        <p:spPr>
          <a:xfrm flipV="1">
            <a:off x="7447868" y="3564819"/>
            <a:ext cx="588921" cy="589475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/>
          <p:cNvCxnSpPr/>
          <p:nvPr/>
        </p:nvCxnSpPr>
        <p:spPr>
          <a:xfrm flipH="1" flipV="1">
            <a:off x="5284331" y="3447993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392432" y="3867261"/>
            <a:ext cx="926652" cy="23832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965800" y="3639894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1323815" y="3149322"/>
            <a:ext cx="0" cy="7200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323815" y="3861053"/>
            <a:ext cx="720080" cy="4312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61412" y="3849725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2" y="3849725"/>
                <a:ext cx="368754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1793381" y="3963430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1" y="3963430"/>
                <a:ext cx="370358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270238" y="3010822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238" y="3010822"/>
                <a:ext cx="358431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863831" y="346720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139020" y="427798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8" name="Connecteur droit 47"/>
          <p:cNvCxnSpPr/>
          <p:nvPr/>
        </p:nvCxnSpPr>
        <p:spPr>
          <a:xfrm flipV="1">
            <a:off x="1331568" y="4058061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/>
          <p:cNvCxnSpPr/>
          <p:nvPr/>
        </p:nvCxnSpPr>
        <p:spPr>
          <a:xfrm flipH="1" flipV="1">
            <a:off x="3485362" y="3440636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ZoneTexte 138"/>
              <p:cNvSpPr txBox="1"/>
              <p:nvPr/>
            </p:nvSpPr>
            <p:spPr>
              <a:xfrm>
                <a:off x="3401844" y="3287821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9" name="ZoneTexte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844" y="3287821"/>
                <a:ext cx="358431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Pivot</a:t>
            </a:r>
            <a:endParaRPr lang="fr-FR" dirty="0"/>
          </a:p>
        </p:txBody>
      </p:sp>
      <p:cxnSp>
        <p:nvCxnSpPr>
          <p:cNvPr id="86" name="Connecteur droit 85"/>
          <p:cNvCxnSpPr/>
          <p:nvPr/>
        </p:nvCxnSpPr>
        <p:spPr>
          <a:xfrm flipH="1">
            <a:off x="962372" y="3999685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2"/>
          <p:cNvSpPr/>
          <p:nvPr/>
        </p:nvSpPr>
        <p:spPr>
          <a:xfrm>
            <a:off x="881508" y="3793830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/>
          <p:cNvCxnSpPr/>
          <p:nvPr/>
        </p:nvCxnSpPr>
        <p:spPr>
          <a:xfrm flipH="1">
            <a:off x="1655192" y="3728811"/>
            <a:ext cx="276378" cy="693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/>
          <p:cNvSpPr/>
          <p:nvPr/>
        </p:nvSpPr>
        <p:spPr>
          <a:xfrm>
            <a:off x="1466721" y="3639895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1227684" y="3653792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84" y="3653792"/>
                <a:ext cx="327910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Connecteur droit avec flèche 98"/>
          <p:cNvCxnSpPr/>
          <p:nvPr/>
        </p:nvCxnSpPr>
        <p:spPr>
          <a:xfrm flipH="1">
            <a:off x="2757842" y="4146214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ZoneTexte 99"/>
              <p:cNvSpPr txBox="1"/>
              <p:nvPr/>
            </p:nvSpPr>
            <p:spPr>
              <a:xfrm>
                <a:off x="2622678" y="3856824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0" name="ZoneTexte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78" y="3856824"/>
                <a:ext cx="368754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 115"/>
          <p:cNvSpPr/>
          <p:nvPr/>
        </p:nvSpPr>
        <p:spPr>
          <a:xfrm>
            <a:off x="3131808" y="3971462"/>
            <a:ext cx="720096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V="1">
            <a:off x="3493734" y="4331446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/>
          <p:cNvCxnSpPr/>
          <p:nvPr/>
        </p:nvCxnSpPr>
        <p:spPr>
          <a:xfrm>
            <a:off x="4572000" y="3699036"/>
            <a:ext cx="0" cy="45362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ZoneTexte 120"/>
              <p:cNvSpPr txBox="1"/>
              <p:nvPr/>
            </p:nvSpPr>
            <p:spPr>
              <a:xfrm>
                <a:off x="3432365" y="3925846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1" name="ZoneTexte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65" y="3925846"/>
                <a:ext cx="327910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Connecteur droit 128"/>
          <p:cNvCxnSpPr/>
          <p:nvPr/>
        </p:nvCxnSpPr>
        <p:spPr>
          <a:xfrm flipV="1">
            <a:off x="5293345" y="4154294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/>
          <p:cNvCxnSpPr/>
          <p:nvPr/>
        </p:nvCxnSpPr>
        <p:spPr>
          <a:xfrm>
            <a:off x="5290825" y="4149617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ZoneTexte 157"/>
              <p:cNvSpPr txBox="1"/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8" name="ZoneTexte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143" y="3880917"/>
                <a:ext cx="370358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ZoneTexte 159"/>
              <p:cNvSpPr txBox="1"/>
              <p:nvPr/>
            </p:nvSpPr>
            <p:spPr>
              <a:xfrm>
                <a:off x="5324234" y="3789048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0" name="ZoneTexte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234" y="3789048"/>
                <a:ext cx="327910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Ellipse 125"/>
          <p:cNvSpPr/>
          <p:nvPr/>
        </p:nvSpPr>
        <p:spPr>
          <a:xfrm>
            <a:off x="5112071" y="3963430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1" name="Connecteur droit 160"/>
          <p:cNvCxnSpPr/>
          <p:nvPr/>
        </p:nvCxnSpPr>
        <p:spPr>
          <a:xfrm>
            <a:off x="1931570" y="3512244"/>
            <a:ext cx="0" cy="2165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ZoneTexte 161"/>
          <p:cNvSpPr txBox="1"/>
          <p:nvPr/>
        </p:nvSpPr>
        <p:spPr>
          <a:xfrm>
            <a:off x="3117655" y="432362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63" name="Connecteur droit avec flèche 162"/>
          <p:cNvCxnSpPr/>
          <p:nvPr/>
        </p:nvCxnSpPr>
        <p:spPr>
          <a:xfrm flipH="1" flipV="1">
            <a:off x="4565506" y="3448441"/>
            <a:ext cx="6494" cy="70466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ZoneTexte 163"/>
              <p:cNvSpPr txBox="1"/>
              <p:nvPr/>
            </p:nvSpPr>
            <p:spPr>
              <a:xfrm>
                <a:off x="4481988" y="3295626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4" name="ZoneTexte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88" y="3295626"/>
                <a:ext cx="362022" cy="27699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Connecteur droit 165"/>
          <p:cNvCxnSpPr/>
          <p:nvPr/>
        </p:nvCxnSpPr>
        <p:spPr>
          <a:xfrm flipV="1">
            <a:off x="7453634" y="4148470"/>
            <a:ext cx="0" cy="400492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66"/>
          <p:cNvCxnSpPr/>
          <p:nvPr/>
        </p:nvCxnSpPr>
        <p:spPr>
          <a:xfrm flipH="1" flipV="1">
            <a:off x="7444620" y="3442169"/>
            <a:ext cx="6494" cy="704663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7451114" y="4143793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7891432" y="3875093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32" y="3875093"/>
                <a:ext cx="370358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/>
              <p:cNvSpPr txBox="1"/>
              <p:nvPr/>
            </p:nvSpPr>
            <p:spPr>
              <a:xfrm>
                <a:off x="7002324" y="4179490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3" name="ZoneTexte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324" y="4179490"/>
                <a:ext cx="327910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Ellipse 173"/>
          <p:cNvSpPr/>
          <p:nvPr/>
        </p:nvSpPr>
        <p:spPr>
          <a:xfrm>
            <a:off x="7272360" y="3957606"/>
            <a:ext cx="344948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/>
              <p:cNvSpPr txBox="1"/>
              <p:nvPr/>
            </p:nvSpPr>
            <p:spPr>
              <a:xfrm>
                <a:off x="7362372" y="3287820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5" name="ZoneTexte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372" y="3287820"/>
                <a:ext cx="358431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ZoneTexte 177"/>
              <p:cNvSpPr txBox="1"/>
              <p:nvPr/>
            </p:nvSpPr>
            <p:spPr>
              <a:xfrm>
                <a:off x="7858653" y="3328701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8" name="ZoneTexte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53" y="3328701"/>
                <a:ext cx="373949" cy="27699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ZoneTexte 178"/>
              <p:cNvSpPr txBox="1"/>
              <p:nvPr/>
            </p:nvSpPr>
            <p:spPr>
              <a:xfrm>
                <a:off x="6552264" y="3333244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9" name="ZoneTexte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64" y="3333244"/>
                <a:ext cx="362022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ZoneTexte 179"/>
          <p:cNvSpPr txBox="1"/>
          <p:nvPr/>
        </p:nvSpPr>
        <p:spPr>
          <a:xfrm>
            <a:off x="4211872" y="375011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19" name="Connecteur droit 118"/>
          <p:cNvCxnSpPr/>
          <p:nvPr/>
        </p:nvCxnSpPr>
        <p:spPr>
          <a:xfrm flipH="1">
            <a:off x="2951784" y="4145148"/>
            <a:ext cx="162021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ZoneTexte 211"/>
          <p:cNvSpPr txBox="1"/>
          <p:nvPr/>
        </p:nvSpPr>
        <p:spPr>
          <a:xfrm>
            <a:off x="4992806" y="430544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3" name="ZoneTexte 212"/>
          <p:cNvSpPr txBox="1"/>
          <p:nvPr/>
        </p:nvSpPr>
        <p:spPr>
          <a:xfrm>
            <a:off x="7400172" y="428735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4" name="ZoneTexte 213"/>
          <p:cNvSpPr txBox="1"/>
          <p:nvPr/>
        </p:nvSpPr>
        <p:spPr>
          <a:xfrm>
            <a:off x="7541694" y="351901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800383" y="3817690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/>
          <p:cNvCxnSpPr/>
          <p:nvPr/>
        </p:nvCxnSpPr>
        <p:spPr>
          <a:xfrm flipH="1">
            <a:off x="617192" y="3988224"/>
            <a:ext cx="267483" cy="6687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Arc 93"/>
          <p:cNvSpPr/>
          <p:nvPr/>
        </p:nvSpPr>
        <p:spPr>
          <a:xfrm>
            <a:off x="1538656" y="3629457"/>
            <a:ext cx="180025" cy="365866"/>
          </a:xfrm>
          <a:prstGeom prst="arc">
            <a:avLst>
              <a:gd name="adj1" fmla="val 15337234"/>
              <a:gd name="adj2" fmla="val 5960057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8" name="Connecteur droit 97"/>
          <p:cNvCxnSpPr/>
          <p:nvPr/>
        </p:nvCxnSpPr>
        <p:spPr>
          <a:xfrm>
            <a:off x="3941916" y="3971462"/>
            <a:ext cx="0" cy="35216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/>
          <p:cNvCxnSpPr/>
          <p:nvPr/>
        </p:nvCxnSpPr>
        <p:spPr>
          <a:xfrm>
            <a:off x="3032838" y="3964537"/>
            <a:ext cx="0" cy="36690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4"/>
          <p:cNvGrpSpPr/>
          <p:nvPr/>
        </p:nvGrpSpPr>
        <p:grpSpPr>
          <a:xfrm>
            <a:off x="2619431" y="4689168"/>
            <a:ext cx="4430203" cy="1298834"/>
            <a:chOff x="2619431" y="4689168"/>
            <a:chExt cx="4430203" cy="1298834"/>
          </a:xfrm>
        </p:grpSpPr>
        <p:cxnSp>
          <p:nvCxnSpPr>
            <p:cNvPr id="211" name="Connecteur droit 210"/>
            <p:cNvCxnSpPr/>
            <p:nvPr/>
          </p:nvCxnSpPr>
          <p:spPr>
            <a:xfrm flipH="1">
              <a:off x="6010922" y="5153857"/>
              <a:ext cx="405019" cy="395036"/>
            </a:xfrm>
            <a:prstGeom prst="line">
              <a:avLst/>
            </a:prstGeom>
            <a:ln w="28575">
              <a:solidFill>
                <a:srgbClr val="7030A0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eur droit avec flèche 182"/>
            <p:cNvCxnSpPr/>
            <p:nvPr/>
          </p:nvCxnSpPr>
          <p:spPr>
            <a:xfrm flipH="1" flipV="1">
              <a:off x="3482115" y="4843400"/>
              <a:ext cx="6494" cy="704663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ZoneTexte 183"/>
                <p:cNvSpPr txBox="1"/>
                <p:nvPr/>
              </p:nvSpPr>
              <p:spPr>
                <a:xfrm>
                  <a:off x="3398597" y="4690585"/>
                  <a:ext cx="3738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184" name="ZoneTexte 1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8597" y="4690585"/>
                  <a:ext cx="373820" cy="276999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5" name="Connecteur droit avec flèche 184"/>
            <p:cNvCxnSpPr/>
            <p:nvPr/>
          </p:nvCxnSpPr>
          <p:spPr>
            <a:xfrm flipH="1">
              <a:off x="2754595" y="5548978"/>
              <a:ext cx="734014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ZoneTexte 185"/>
                <p:cNvSpPr txBox="1"/>
                <p:nvPr/>
              </p:nvSpPr>
              <p:spPr>
                <a:xfrm>
                  <a:off x="2619431" y="5259588"/>
                  <a:ext cx="3818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186" name="ZoneTexte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9431" y="5259588"/>
                  <a:ext cx="381836" cy="276999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Rectangle 187"/>
            <p:cNvSpPr/>
            <p:nvPr/>
          </p:nvSpPr>
          <p:spPr>
            <a:xfrm>
              <a:off x="3128561" y="5374226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cxnSp>
          <p:nvCxnSpPr>
            <p:cNvPr id="189" name="Connecteur droit 188"/>
            <p:cNvCxnSpPr/>
            <p:nvPr/>
          </p:nvCxnSpPr>
          <p:spPr>
            <a:xfrm flipV="1">
              <a:off x="3490487" y="5734210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eur droit 189"/>
            <p:cNvCxnSpPr/>
            <p:nvPr/>
          </p:nvCxnSpPr>
          <p:spPr>
            <a:xfrm>
              <a:off x="4568753" y="5101800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ZoneTexte 190"/>
                <p:cNvSpPr txBox="1"/>
                <p:nvPr/>
              </p:nvSpPr>
              <p:spPr>
                <a:xfrm>
                  <a:off x="3432365" y="5328610"/>
                  <a:ext cx="3321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𝑶</m:t>
                        </m:r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191" name="ZoneTexte 1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365" y="5328610"/>
                  <a:ext cx="332142" cy="27699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ZoneTexte 191"/>
            <p:cNvSpPr txBox="1"/>
            <p:nvPr/>
          </p:nvSpPr>
          <p:spPr>
            <a:xfrm>
              <a:off x="3114408" y="572639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b="1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93" name="Connecteur droit avec flèche 192"/>
            <p:cNvCxnSpPr/>
            <p:nvPr/>
          </p:nvCxnSpPr>
          <p:spPr>
            <a:xfrm flipV="1">
              <a:off x="4565508" y="4829084"/>
              <a:ext cx="0" cy="7075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ZoneTexte 193"/>
                <p:cNvSpPr txBox="1"/>
                <p:nvPr/>
              </p:nvSpPr>
              <p:spPr>
                <a:xfrm>
                  <a:off x="4565506" y="4836778"/>
                  <a:ext cx="3738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194" name="ZoneTexte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5506" y="4836778"/>
                  <a:ext cx="373820" cy="276999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5" name="ZoneTexte 194"/>
            <p:cNvSpPr txBox="1"/>
            <p:nvPr/>
          </p:nvSpPr>
          <p:spPr>
            <a:xfrm>
              <a:off x="4208625" y="5152876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rgbClr val="7030A0"/>
                  </a:solidFill>
                </a:rPr>
                <a:t>(2)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187" name="Connecteur droit 186"/>
            <p:cNvCxnSpPr/>
            <p:nvPr/>
          </p:nvCxnSpPr>
          <p:spPr>
            <a:xfrm flipH="1">
              <a:off x="2951784" y="5547912"/>
              <a:ext cx="161697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eur droit avec flèche 199"/>
            <p:cNvCxnSpPr/>
            <p:nvPr/>
          </p:nvCxnSpPr>
          <p:spPr>
            <a:xfrm rot="16200000" flipV="1">
              <a:off x="5414955" y="4955468"/>
              <a:ext cx="588921" cy="58947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eur droit avec flèche 200"/>
            <p:cNvCxnSpPr/>
            <p:nvPr/>
          </p:nvCxnSpPr>
          <p:spPr>
            <a:xfrm flipV="1">
              <a:off x="6007676" y="4966167"/>
              <a:ext cx="588921" cy="58947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eur droit 201"/>
            <p:cNvCxnSpPr/>
            <p:nvPr/>
          </p:nvCxnSpPr>
          <p:spPr>
            <a:xfrm flipV="1">
              <a:off x="6013442" y="5549818"/>
              <a:ext cx="0" cy="400492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eur droit avec flèche 202"/>
            <p:cNvCxnSpPr/>
            <p:nvPr/>
          </p:nvCxnSpPr>
          <p:spPr>
            <a:xfrm flipH="1" flipV="1">
              <a:off x="6004428" y="4843517"/>
              <a:ext cx="6494" cy="704663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eur droit avec flèche 203"/>
            <p:cNvCxnSpPr/>
            <p:nvPr/>
          </p:nvCxnSpPr>
          <p:spPr>
            <a:xfrm>
              <a:off x="6010922" y="5545141"/>
              <a:ext cx="734014" cy="0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ZoneTexte 204"/>
                <p:cNvSpPr txBox="1"/>
                <p:nvPr/>
              </p:nvSpPr>
              <p:spPr>
                <a:xfrm>
                  <a:off x="6664593" y="5410478"/>
                  <a:ext cx="38504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205" name="ZoneTexte 2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4593" y="5410478"/>
                  <a:ext cx="385041" cy="276999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ZoneTexte 205"/>
                <p:cNvSpPr txBox="1"/>
                <p:nvPr/>
              </p:nvSpPr>
              <p:spPr>
                <a:xfrm>
                  <a:off x="5562132" y="5580838"/>
                  <a:ext cx="3321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𝑶</m:t>
                        </m:r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206" name="ZoneTexte 2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132" y="5580838"/>
                  <a:ext cx="332142" cy="27699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Ellipse 206"/>
            <p:cNvSpPr/>
            <p:nvPr/>
          </p:nvSpPr>
          <p:spPr>
            <a:xfrm>
              <a:off x="5832168" y="5358954"/>
              <a:ext cx="344948" cy="35526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ZoneTexte 207"/>
                <p:cNvSpPr txBox="1"/>
                <p:nvPr/>
              </p:nvSpPr>
              <p:spPr>
                <a:xfrm>
                  <a:off x="5922180" y="4689168"/>
                  <a:ext cx="3738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208" name="ZoneTexte 2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2180" y="4689168"/>
                  <a:ext cx="373820" cy="276999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ZoneTexte 208"/>
                <p:cNvSpPr txBox="1"/>
                <p:nvPr/>
              </p:nvSpPr>
              <p:spPr>
                <a:xfrm>
                  <a:off x="6418461" y="4730049"/>
                  <a:ext cx="3850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209" name="ZoneTexte 2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8461" y="4730049"/>
                  <a:ext cx="385042" cy="276999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ZoneTexte 209"/>
                <p:cNvSpPr txBox="1"/>
                <p:nvPr/>
              </p:nvSpPr>
              <p:spPr>
                <a:xfrm>
                  <a:off x="5112072" y="4734592"/>
                  <a:ext cx="3738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1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fr-FR" sz="1200" b="1" i="1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210" name="ZoneTexte 2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072" y="4734592"/>
                  <a:ext cx="373820" cy="276999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ZoneTexte 214"/>
            <p:cNvSpPr txBox="1"/>
            <p:nvPr/>
          </p:nvSpPr>
          <p:spPr>
            <a:xfrm>
              <a:off x="6119077" y="497527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rgbClr val="7030A0"/>
                  </a:solidFill>
                </a:rPr>
                <a:t>(2)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sp>
          <p:nvSpPr>
            <p:cNvPr id="216" name="ZoneTexte 215"/>
            <p:cNvSpPr txBox="1"/>
            <p:nvPr/>
          </p:nvSpPr>
          <p:spPr>
            <a:xfrm>
              <a:off x="5955999" y="5709574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b="1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44" name="Arc 43"/>
            <p:cNvSpPr/>
            <p:nvPr/>
          </p:nvSpPr>
          <p:spPr>
            <a:xfrm>
              <a:off x="5562132" y="5106082"/>
              <a:ext cx="889108" cy="881919"/>
            </a:xfrm>
            <a:prstGeom prst="arc">
              <a:avLst>
                <a:gd name="adj1" fmla="val 19137889"/>
                <a:gd name="adj2" fmla="val 21399604"/>
              </a:avLst>
            </a:prstGeom>
            <a:ln>
              <a:solidFill>
                <a:srgbClr val="FF0000"/>
              </a:solidFill>
              <a:headEnd type="stealth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ZoneTexte 216"/>
                <p:cNvSpPr txBox="1"/>
                <p:nvPr/>
              </p:nvSpPr>
              <p:spPr>
                <a:xfrm>
                  <a:off x="6348772" y="5195176"/>
                  <a:ext cx="5039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𝜽</m:t>
                        </m:r>
                        <m:r>
                          <a:rPr lang="fr-FR" sz="1200" b="1" i="1" smtClean="0">
                            <a:latin typeface="Cambria Math"/>
                          </a:rPr>
                          <m:t>(</m:t>
                        </m:r>
                        <m:r>
                          <a:rPr lang="fr-FR" sz="1200" b="1" i="1" smtClean="0">
                            <a:latin typeface="Cambria Math"/>
                          </a:rPr>
                          <m:t>𝒕</m:t>
                        </m:r>
                        <m:r>
                          <a:rPr lang="fr-FR" sz="1200" b="1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fr-FR" sz="1200" b="1" dirty="0"/>
                </a:p>
              </p:txBody>
            </p:sp>
          </mc:Choice>
          <mc:Fallback xmlns="">
            <p:sp>
              <p:nvSpPr>
                <p:cNvPr id="217" name="ZoneTexte 2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772" y="5195176"/>
                  <a:ext cx="503919" cy="276999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Connecteur droit 104"/>
            <p:cNvCxnSpPr/>
            <p:nvPr/>
          </p:nvCxnSpPr>
          <p:spPr>
            <a:xfrm>
              <a:off x="3048530" y="5361211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105"/>
            <p:cNvCxnSpPr/>
            <p:nvPr/>
          </p:nvCxnSpPr>
          <p:spPr>
            <a:xfrm>
              <a:off x="3941916" y="5367788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572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Connecteur droit avec flèche 70"/>
          <p:cNvCxnSpPr/>
          <p:nvPr/>
        </p:nvCxnSpPr>
        <p:spPr>
          <a:xfrm flipH="1">
            <a:off x="392432" y="4106849"/>
            <a:ext cx="926652" cy="23832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965800" y="3879482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1323815" y="3388910"/>
            <a:ext cx="0" cy="7200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323815" y="4100641"/>
            <a:ext cx="720080" cy="4312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61412" y="4089313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2" y="4089313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1793381" y="4203018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1" y="4203018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270238" y="3250410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238" y="3250410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863831" y="370678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139020" y="451757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8" name="Connecteur droit 47"/>
          <p:cNvCxnSpPr/>
          <p:nvPr/>
        </p:nvCxnSpPr>
        <p:spPr>
          <a:xfrm flipV="1">
            <a:off x="1331568" y="4297649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Pivot</a:t>
            </a:r>
            <a:endParaRPr lang="fr-FR" dirty="0"/>
          </a:p>
        </p:txBody>
      </p:sp>
      <p:cxnSp>
        <p:nvCxnSpPr>
          <p:cNvPr id="86" name="Connecteur droit 85"/>
          <p:cNvCxnSpPr/>
          <p:nvPr/>
        </p:nvCxnSpPr>
        <p:spPr>
          <a:xfrm flipH="1">
            <a:off x="962372" y="4239273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2"/>
          <p:cNvSpPr/>
          <p:nvPr/>
        </p:nvSpPr>
        <p:spPr>
          <a:xfrm>
            <a:off x="881508" y="4033418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2" name="Connecteur droit 91"/>
          <p:cNvCxnSpPr/>
          <p:nvPr/>
        </p:nvCxnSpPr>
        <p:spPr>
          <a:xfrm flipH="1">
            <a:off x="1655192" y="3968399"/>
            <a:ext cx="276378" cy="6932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/>
          <p:cNvSpPr/>
          <p:nvPr/>
        </p:nvSpPr>
        <p:spPr>
          <a:xfrm>
            <a:off x="1466721" y="3879483"/>
            <a:ext cx="180025" cy="365866"/>
          </a:xfrm>
          <a:prstGeom prst="arc">
            <a:avLst>
              <a:gd name="adj1" fmla="val 16035733"/>
              <a:gd name="adj2" fmla="val 5332021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1227684" y="3893380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84" y="3893380"/>
                <a:ext cx="327910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Connecteur droit 160"/>
          <p:cNvCxnSpPr/>
          <p:nvPr/>
        </p:nvCxnSpPr>
        <p:spPr>
          <a:xfrm>
            <a:off x="1931570" y="3751832"/>
            <a:ext cx="0" cy="21656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Ellipse 92"/>
          <p:cNvSpPr/>
          <p:nvPr/>
        </p:nvSpPr>
        <p:spPr>
          <a:xfrm>
            <a:off x="800383" y="4057278"/>
            <a:ext cx="168584" cy="3552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/>
          <p:cNvCxnSpPr/>
          <p:nvPr/>
        </p:nvCxnSpPr>
        <p:spPr>
          <a:xfrm flipH="1">
            <a:off x="617192" y="4227812"/>
            <a:ext cx="267483" cy="6687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Arc 93"/>
          <p:cNvSpPr/>
          <p:nvPr/>
        </p:nvSpPr>
        <p:spPr>
          <a:xfrm>
            <a:off x="1538656" y="3869045"/>
            <a:ext cx="180025" cy="365866"/>
          </a:xfrm>
          <a:prstGeom prst="arc">
            <a:avLst>
              <a:gd name="adj1" fmla="val 15337234"/>
              <a:gd name="adj2" fmla="val 5960057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2228197" y="3683623"/>
            <a:ext cx="1616970" cy="886202"/>
            <a:chOff x="2951784" y="5101800"/>
            <a:chExt cx="1616970" cy="886202"/>
          </a:xfrm>
        </p:grpSpPr>
        <p:sp>
          <p:nvSpPr>
            <p:cNvPr id="188" name="Rectangle 187"/>
            <p:cNvSpPr/>
            <p:nvPr/>
          </p:nvSpPr>
          <p:spPr>
            <a:xfrm>
              <a:off x="3128561" y="5374226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cxnSp>
          <p:nvCxnSpPr>
            <p:cNvPr id="189" name="Connecteur droit 188"/>
            <p:cNvCxnSpPr/>
            <p:nvPr/>
          </p:nvCxnSpPr>
          <p:spPr>
            <a:xfrm flipV="1">
              <a:off x="3490487" y="5734210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eur droit 189"/>
            <p:cNvCxnSpPr/>
            <p:nvPr/>
          </p:nvCxnSpPr>
          <p:spPr>
            <a:xfrm>
              <a:off x="4568753" y="5101800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ZoneTexte 190"/>
                <p:cNvSpPr txBox="1"/>
                <p:nvPr/>
              </p:nvSpPr>
              <p:spPr>
                <a:xfrm>
                  <a:off x="3432365" y="5328610"/>
                  <a:ext cx="33214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latin typeface="Cambria Math"/>
                          </a:rPr>
                          <m:t>𝑶</m:t>
                        </m:r>
                      </m:oMath>
                    </m:oMathPara>
                  </a14:m>
                  <a:endParaRPr lang="fr-FR" b="1" dirty="0"/>
                </a:p>
              </p:txBody>
            </p:sp>
          </mc:Choice>
          <mc:Fallback xmlns="">
            <p:sp>
              <p:nvSpPr>
                <p:cNvPr id="191" name="ZoneTexte 1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365" y="5328610"/>
                  <a:ext cx="332142" cy="276999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ZoneTexte 191"/>
            <p:cNvSpPr txBox="1"/>
            <p:nvPr/>
          </p:nvSpPr>
          <p:spPr>
            <a:xfrm>
              <a:off x="3114408" y="572639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b="1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195" name="ZoneTexte 194"/>
            <p:cNvSpPr txBox="1"/>
            <p:nvPr/>
          </p:nvSpPr>
          <p:spPr>
            <a:xfrm>
              <a:off x="4208625" y="5152876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rgbClr val="7030A0"/>
                  </a:solidFill>
                </a:rPr>
                <a:t>(2)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187" name="Connecteur droit 186"/>
            <p:cNvCxnSpPr/>
            <p:nvPr/>
          </p:nvCxnSpPr>
          <p:spPr>
            <a:xfrm flipH="1">
              <a:off x="2951784" y="5547912"/>
              <a:ext cx="161697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04"/>
            <p:cNvCxnSpPr/>
            <p:nvPr/>
          </p:nvCxnSpPr>
          <p:spPr>
            <a:xfrm>
              <a:off x="3048530" y="5361211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105"/>
            <p:cNvCxnSpPr/>
            <p:nvPr/>
          </p:nvCxnSpPr>
          <p:spPr>
            <a:xfrm>
              <a:off x="3941916" y="5367788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Connecteur droit 101"/>
          <p:cNvCxnSpPr/>
          <p:nvPr/>
        </p:nvCxnSpPr>
        <p:spPr>
          <a:xfrm flipV="1">
            <a:off x="4556106" y="4396921"/>
            <a:ext cx="0" cy="17290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/>
          <p:cNvCxnSpPr/>
          <p:nvPr/>
        </p:nvCxnSpPr>
        <p:spPr>
          <a:xfrm flipV="1">
            <a:off x="4556146" y="3734699"/>
            <a:ext cx="0" cy="39218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Ellipse 103"/>
          <p:cNvSpPr/>
          <p:nvPr/>
        </p:nvSpPr>
        <p:spPr>
          <a:xfrm>
            <a:off x="4376081" y="3946860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107" name="ZoneTexte 106"/>
          <p:cNvSpPr txBox="1"/>
          <p:nvPr/>
        </p:nvSpPr>
        <p:spPr>
          <a:xfrm>
            <a:off x="4717229" y="4569825"/>
            <a:ext cx="36012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75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4119847" y="35881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2" name="Arc 111"/>
          <p:cNvSpPr/>
          <p:nvPr/>
        </p:nvSpPr>
        <p:spPr>
          <a:xfrm>
            <a:off x="4299911" y="3877458"/>
            <a:ext cx="512467" cy="512467"/>
          </a:xfrm>
          <a:prstGeom prst="arc">
            <a:avLst>
              <a:gd name="adj1" fmla="val 21514046"/>
              <a:gd name="adj2" fmla="val 13893779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Rectangle 127"/>
          <p:cNvSpPr/>
          <p:nvPr/>
        </p:nvSpPr>
        <p:spPr>
          <a:xfrm>
            <a:off x="5197874" y="3949178"/>
            <a:ext cx="713675" cy="385979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Ellipse 131"/>
          <p:cNvSpPr/>
          <p:nvPr/>
        </p:nvSpPr>
        <p:spPr>
          <a:xfrm>
            <a:off x="5374686" y="3969071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35" name="Connecteur droit 134"/>
          <p:cNvCxnSpPr>
            <a:stCxn id="132" idx="0"/>
          </p:cNvCxnSpPr>
          <p:nvPr/>
        </p:nvCxnSpPr>
        <p:spPr>
          <a:xfrm flipV="1">
            <a:off x="5554711" y="3734699"/>
            <a:ext cx="0" cy="234372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 flipH="1" flipV="1">
            <a:off x="4556147" y="4561271"/>
            <a:ext cx="998564" cy="219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/>
          <p:cNvCxnSpPr/>
          <p:nvPr/>
        </p:nvCxnSpPr>
        <p:spPr>
          <a:xfrm>
            <a:off x="4556106" y="3739267"/>
            <a:ext cx="99860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 flipV="1">
            <a:off x="5554711" y="4341414"/>
            <a:ext cx="0" cy="2200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/>
          <p:nvPr/>
        </p:nvCxnSpPr>
        <p:spPr>
          <a:xfrm flipV="1">
            <a:off x="5077357" y="4569825"/>
            <a:ext cx="0" cy="2200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 flipV="1">
            <a:off x="5077357" y="3495683"/>
            <a:ext cx="0" cy="234372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ZoneTexte 146"/>
          <p:cNvSpPr txBox="1"/>
          <p:nvPr/>
        </p:nvSpPr>
        <p:spPr>
          <a:xfrm>
            <a:off x="6773755" y="415697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148" name="ZoneTexte 147"/>
          <p:cNvSpPr txBox="1"/>
          <p:nvPr/>
        </p:nvSpPr>
        <p:spPr>
          <a:xfrm>
            <a:off x="6316643" y="387208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7452384" y="3957736"/>
            <a:ext cx="713675" cy="385979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Ellipse 156"/>
          <p:cNvSpPr/>
          <p:nvPr/>
        </p:nvSpPr>
        <p:spPr>
          <a:xfrm>
            <a:off x="7629196" y="3977629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59" name="Connecteur droit 158"/>
          <p:cNvCxnSpPr/>
          <p:nvPr/>
        </p:nvCxnSpPr>
        <p:spPr>
          <a:xfrm flipV="1">
            <a:off x="7809221" y="4349972"/>
            <a:ext cx="0" cy="35065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/>
          <p:cNvCxnSpPr/>
          <p:nvPr/>
        </p:nvCxnSpPr>
        <p:spPr>
          <a:xfrm flipV="1">
            <a:off x="6380611" y="4137243"/>
            <a:ext cx="0" cy="56338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/>
          <p:cNvCxnSpPr/>
          <p:nvPr/>
        </p:nvCxnSpPr>
        <p:spPr>
          <a:xfrm>
            <a:off x="6380611" y="4700630"/>
            <a:ext cx="142861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/>
          <p:cNvGrpSpPr/>
          <p:nvPr/>
        </p:nvGrpSpPr>
        <p:grpSpPr>
          <a:xfrm rot="16200000">
            <a:off x="6644856" y="3521822"/>
            <a:ext cx="720096" cy="1248584"/>
            <a:chOff x="6370623" y="4401057"/>
            <a:chExt cx="720096" cy="1248584"/>
          </a:xfrm>
        </p:grpSpPr>
        <p:cxnSp>
          <p:nvCxnSpPr>
            <p:cNvPr id="149" name="Connecteur droit 148"/>
            <p:cNvCxnSpPr/>
            <p:nvPr/>
          </p:nvCxnSpPr>
          <p:spPr>
            <a:xfrm>
              <a:off x="6370623" y="4708830"/>
              <a:ext cx="720096" cy="41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eur droit 149"/>
            <p:cNvCxnSpPr/>
            <p:nvPr/>
          </p:nvCxnSpPr>
          <p:spPr>
            <a:xfrm>
              <a:off x="6370623" y="4793784"/>
              <a:ext cx="720096" cy="41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eur droit 151"/>
            <p:cNvCxnSpPr/>
            <p:nvPr/>
          </p:nvCxnSpPr>
          <p:spPr>
            <a:xfrm>
              <a:off x="6730671" y="4401057"/>
              <a:ext cx="0" cy="296159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eur droit 150"/>
            <p:cNvCxnSpPr>
              <a:endCxn id="157" idx="2"/>
            </p:cNvCxnSpPr>
            <p:nvPr/>
          </p:nvCxnSpPr>
          <p:spPr>
            <a:xfrm rot="5400000">
              <a:off x="6296821" y="5227330"/>
              <a:ext cx="844622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575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/>
          <p:cNvSpPr/>
          <p:nvPr/>
        </p:nvSpPr>
        <p:spPr>
          <a:xfrm>
            <a:off x="6734790" y="5577953"/>
            <a:ext cx="900118" cy="66883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 rot="19800000">
            <a:off x="6901001" y="5768156"/>
            <a:ext cx="567696" cy="262244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7" name="Connecteur droit avec flèche 146"/>
          <p:cNvCxnSpPr>
            <a:stCxn id="146" idx="0"/>
          </p:cNvCxnSpPr>
          <p:nvPr/>
        </p:nvCxnSpPr>
        <p:spPr>
          <a:xfrm flipV="1">
            <a:off x="4568954" y="5615412"/>
            <a:ext cx="391443" cy="67644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732288" y="3819876"/>
            <a:ext cx="900118" cy="66883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3" name="Connecteur droit avec flèche 102"/>
          <p:cNvCxnSpPr/>
          <p:nvPr/>
        </p:nvCxnSpPr>
        <p:spPr>
          <a:xfrm flipH="1">
            <a:off x="6448332" y="4148579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 flipH="1">
            <a:off x="793021" y="4279213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/>
          <p:cNvCxnSpPr/>
          <p:nvPr/>
        </p:nvCxnSpPr>
        <p:spPr>
          <a:xfrm flipH="1" flipV="1">
            <a:off x="3851905" y="3451812"/>
            <a:ext cx="6494" cy="70466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 flipV="1">
            <a:off x="3858399" y="4134614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/>
          <p:nvPr/>
        </p:nvCxnSpPr>
        <p:spPr>
          <a:xfrm>
            <a:off x="1416473" y="4115866"/>
            <a:ext cx="148298" cy="7862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1146397" y="4244282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H="1">
            <a:off x="1596537" y="4308856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124079" y="4141201"/>
            <a:ext cx="282566" cy="16765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1467806" y="4196145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1783217" y="3564635"/>
            <a:ext cx="0" cy="7200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1775672" y="4273113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609059" y="4277982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59" y="4277982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2279677" y="4395382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77" y="4395382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1725107" y="3451812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107" y="3451812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416473" y="45113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376670" y="373021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96" name="Connecteur droit 95"/>
          <p:cNvCxnSpPr/>
          <p:nvPr/>
        </p:nvCxnSpPr>
        <p:spPr>
          <a:xfrm flipH="1" flipV="1">
            <a:off x="3491856" y="3924635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3491856" y="414230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ZoneTexte 120"/>
              <p:cNvSpPr txBox="1"/>
              <p:nvPr/>
            </p:nvSpPr>
            <p:spPr>
              <a:xfrm>
                <a:off x="1564771" y="4239108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1" name="ZoneTexte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771" y="4239108"/>
                <a:ext cx="327910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ZoneTexte 121"/>
              <p:cNvSpPr txBox="1"/>
              <p:nvPr/>
            </p:nvSpPr>
            <p:spPr>
              <a:xfrm>
                <a:off x="3784457" y="370125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2" name="ZoneTexte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457" y="3701254"/>
                <a:ext cx="327910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/>
              <p:cNvSpPr txBox="1"/>
              <p:nvPr/>
            </p:nvSpPr>
            <p:spPr>
              <a:xfrm>
                <a:off x="3686526" y="317481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5" name="ZoneTexte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526" y="3174813"/>
                <a:ext cx="358431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/>
              <p:cNvSpPr txBox="1"/>
              <p:nvPr/>
            </p:nvSpPr>
            <p:spPr>
              <a:xfrm>
                <a:off x="2933593" y="3839753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7" name="ZoneTexte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593" y="3839753"/>
                <a:ext cx="368754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Connecteur droit avec flèche 127"/>
          <p:cNvCxnSpPr/>
          <p:nvPr/>
        </p:nvCxnSpPr>
        <p:spPr>
          <a:xfrm flipH="1">
            <a:off x="3117970" y="4149096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ZoneTexte 131"/>
          <p:cNvSpPr txBox="1"/>
          <p:nvPr/>
        </p:nvSpPr>
        <p:spPr>
          <a:xfrm>
            <a:off x="3578756" y="368907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H="1">
            <a:off x="1159765" y="4184910"/>
            <a:ext cx="256709" cy="6417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>
            <a:off x="1556734" y="4040553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1415536" y="3961929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2001543" y="3952513"/>
            <a:ext cx="148298" cy="7862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H="1">
            <a:off x="2075692" y="4041775"/>
            <a:ext cx="96774" cy="15437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1464223" y="4200797"/>
            <a:ext cx="96774" cy="15437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1416474" y="4118960"/>
            <a:ext cx="51332" cy="23112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1783217" y="3850134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 flipV="1">
            <a:off x="4112367" y="3934890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/>
          <p:cNvCxnSpPr/>
          <p:nvPr/>
        </p:nvCxnSpPr>
        <p:spPr>
          <a:xfrm flipH="1">
            <a:off x="3401846" y="4149096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 flipH="1">
            <a:off x="3491857" y="3934890"/>
            <a:ext cx="726709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3858438" y="3701295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/>
          <p:cNvCxnSpPr/>
          <p:nvPr/>
        </p:nvCxnSpPr>
        <p:spPr>
          <a:xfrm flipH="1" flipV="1">
            <a:off x="5281956" y="3443917"/>
            <a:ext cx="6494" cy="70466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5288450" y="4126719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/>
          <p:cNvSpPr txBox="1"/>
          <p:nvPr/>
        </p:nvSpPr>
        <p:spPr>
          <a:xfrm>
            <a:off x="4921907" y="413441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5116577" y="3166918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577" y="3166918"/>
                <a:ext cx="358431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/>
              <p:cNvSpPr txBox="1"/>
              <p:nvPr/>
            </p:nvSpPr>
            <p:spPr>
              <a:xfrm>
                <a:off x="5740794" y="3867261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1" name="ZoneTexte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794" y="3867261"/>
                <a:ext cx="370358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avec flèche 81"/>
          <p:cNvCxnSpPr/>
          <p:nvPr/>
        </p:nvCxnSpPr>
        <p:spPr>
          <a:xfrm>
            <a:off x="5272390" y="4139941"/>
            <a:ext cx="734014" cy="8638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ZoneTexte 82"/>
          <p:cNvSpPr txBox="1"/>
          <p:nvPr/>
        </p:nvSpPr>
        <p:spPr>
          <a:xfrm>
            <a:off x="5002274" y="367575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85" name="Connecteur droit 84"/>
          <p:cNvCxnSpPr/>
          <p:nvPr/>
        </p:nvCxnSpPr>
        <p:spPr>
          <a:xfrm flipH="1">
            <a:off x="4831897" y="4141201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/>
          <p:nvPr/>
        </p:nvCxnSpPr>
        <p:spPr>
          <a:xfrm flipV="1">
            <a:off x="5288489" y="3693400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ZoneTexte 101"/>
              <p:cNvSpPr txBox="1"/>
              <p:nvPr/>
            </p:nvSpPr>
            <p:spPr>
              <a:xfrm>
                <a:off x="6263955" y="3839236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2" name="ZoneTexte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955" y="3839236"/>
                <a:ext cx="368754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ZoneTexte 103"/>
              <p:cNvSpPr txBox="1"/>
              <p:nvPr/>
            </p:nvSpPr>
            <p:spPr>
              <a:xfrm>
                <a:off x="6820909" y="4511363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4" name="ZoneTexte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909" y="4511363"/>
                <a:ext cx="370358" cy="27699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Connecteur droit avec flèche 104"/>
          <p:cNvCxnSpPr/>
          <p:nvPr/>
        </p:nvCxnSpPr>
        <p:spPr>
          <a:xfrm flipH="1">
            <a:off x="7182345" y="4148579"/>
            <a:ext cx="1" cy="63978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ZoneTexte 106"/>
              <p:cNvSpPr txBox="1"/>
              <p:nvPr/>
            </p:nvSpPr>
            <p:spPr>
              <a:xfrm>
                <a:off x="5272390" y="3916426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7" name="ZoneTexte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90" y="3916426"/>
                <a:ext cx="327910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ZoneTexte 108"/>
              <p:cNvSpPr txBox="1"/>
              <p:nvPr/>
            </p:nvSpPr>
            <p:spPr>
              <a:xfrm>
                <a:off x="7092336" y="3940000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9" name="ZoneTexte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336" y="3940000"/>
                <a:ext cx="327910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ZoneTexte 109"/>
          <p:cNvSpPr txBox="1"/>
          <p:nvPr/>
        </p:nvSpPr>
        <p:spPr>
          <a:xfrm>
            <a:off x="6815339" y="379383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7362372" y="423452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56" name="Triangle isocèle 55"/>
          <p:cNvSpPr/>
          <p:nvPr/>
        </p:nvSpPr>
        <p:spPr>
          <a:xfrm flipV="1">
            <a:off x="5207982" y="3916426"/>
            <a:ext cx="160935" cy="199439"/>
          </a:xfrm>
          <a:prstGeom prst="triangl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accent3">
                    <a:lumMod val="75000"/>
                  </a:schemeClr>
                </a:solidFill>
              </a:ln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6898499" y="4010079"/>
            <a:ext cx="567696" cy="262244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7138285" y="399532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285" y="3995324"/>
                <a:ext cx="327910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Connecteur droit avec flèche 135"/>
          <p:cNvCxnSpPr/>
          <p:nvPr/>
        </p:nvCxnSpPr>
        <p:spPr>
          <a:xfrm flipH="1" flipV="1">
            <a:off x="4562426" y="5607952"/>
            <a:ext cx="6494" cy="70466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 flipV="1">
            <a:off x="4568920" y="6290754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/>
          <p:cNvSpPr txBox="1"/>
          <p:nvPr/>
        </p:nvSpPr>
        <p:spPr>
          <a:xfrm>
            <a:off x="4202377" y="629844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ZoneTexte 138"/>
              <p:cNvSpPr txBox="1"/>
              <p:nvPr/>
            </p:nvSpPr>
            <p:spPr>
              <a:xfrm>
                <a:off x="4397047" y="5330953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9" name="ZoneTexte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047" y="5330953"/>
                <a:ext cx="358431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ZoneTexte 139"/>
              <p:cNvSpPr txBox="1"/>
              <p:nvPr/>
            </p:nvSpPr>
            <p:spPr>
              <a:xfrm>
                <a:off x="5021264" y="6031296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40" name="ZoneTexte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264" y="6031296"/>
                <a:ext cx="370358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Connecteur droit avec flèche 140"/>
          <p:cNvCxnSpPr/>
          <p:nvPr/>
        </p:nvCxnSpPr>
        <p:spPr>
          <a:xfrm>
            <a:off x="4552860" y="6303976"/>
            <a:ext cx="734014" cy="8638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/>
          <p:cNvSpPr txBox="1"/>
          <p:nvPr/>
        </p:nvSpPr>
        <p:spPr>
          <a:xfrm>
            <a:off x="4534245" y="563087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43" name="Connecteur droit 142"/>
          <p:cNvCxnSpPr/>
          <p:nvPr/>
        </p:nvCxnSpPr>
        <p:spPr>
          <a:xfrm flipH="1">
            <a:off x="4112367" y="6305236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/>
              <p:cNvSpPr txBox="1"/>
              <p:nvPr/>
            </p:nvSpPr>
            <p:spPr>
              <a:xfrm>
                <a:off x="4273483" y="604717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5" name="ZoneTexte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483" y="6047174"/>
                <a:ext cx="327910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e 62"/>
          <p:cNvGrpSpPr/>
          <p:nvPr/>
        </p:nvGrpSpPr>
        <p:grpSpPr>
          <a:xfrm rot="1800000">
            <a:off x="4608962" y="5842231"/>
            <a:ext cx="160935" cy="481904"/>
            <a:chOff x="5207110" y="5051776"/>
            <a:chExt cx="160935" cy="481904"/>
          </a:xfrm>
        </p:grpSpPr>
        <p:cxnSp>
          <p:nvCxnSpPr>
            <p:cNvPr id="144" name="Connecteur droit 143"/>
            <p:cNvCxnSpPr/>
            <p:nvPr/>
          </p:nvCxnSpPr>
          <p:spPr>
            <a:xfrm rot="19800000" flipV="1">
              <a:off x="5211847" y="5051776"/>
              <a:ext cx="151541" cy="262477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riangle isocèle 145"/>
            <p:cNvSpPr/>
            <p:nvPr/>
          </p:nvSpPr>
          <p:spPr>
            <a:xfrm flipV="1">
              <a:off x="5207110" y="5334241"/>
              <a:ext cx="160935" cy="19943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>
                <a:ln>
                  <a:solidFill>
                    <a:schemeClr val="accent3">
                      <a:lumMod val="75000"/>
                    </a:schemeClr>
                  </a:solidFill>
                </a:ln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ZoneTexte 147"/>
              <p:cNvSpPr txBox="1"/>
              <p:nvPr/>
            </p:nvSpPr>
            <p:spPr>
              <a:xfrm>
                <a:off x="4928574" y="5492377"/>
                <a:ext cx="362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8" name="ZoneTexte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574" y="5492377"/>
                <a:ext cx="362022" cy="27699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ZoneTexte 150"/>
              <p:cNvSpPr txBox="1"/>
              <p:nvPr/>
            </p:nvSpPr>
            <p:spPr>
              <a:xfrm>
                <a:off x="6266457" y="5597313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1" name="ZoneTexte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457" y="5597313"/>
                <a:ext cx="368754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ZoneTexte 151"/>
              <p:cNvSpPr txBox="1"/>
              <p:nvPr/>
            </p:nvSpPr>
            <p:spPr>
              <a:xfrm>
                <a:off x="6823411" y="6269440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52" name="ZoneTexte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11" y="6269440"/>
                <a:ext cx="370358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Connecteur droit avec flèche 152"/>
          <p:cNvCxnSpPr/>
          <p:nvPr/>
        </p:nvCxnSpPr>
        <p:spPr>
          <a:xfrm flipH="1">
            <a:off x="7184847" y="5906656"/>
            <a:ext cx="1" cy="63978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ZoneTexte 153"/>
              <p:cNvSpPr txBox="1"/>
              <p:nvPr/>
            </p:nvSpPr>
            <p:spPr>
              <a:xfrm>
                <a:off x="7094838" y="5698077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4" name="ZoneTexte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838" y="5698077"/>
                <a:ext cx="327910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ZoneTexte 154"/>
          <p:cNvSpPr txBox="1"/>
          <p:nvPr/>
        </p:nvSpPr>
        <p:spPr>
          <a:xfrm>
            <a:off x="6817841" y="5551907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6" name="ZoneTexte 155"/>
          <p:cNvSpPr txBox="1"/>
          <p:nvPr/>
        </p:nvSpPr>
        <p:spPr>
          <a:xfrm>
            <a:off x="7575816" y="5551907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59" name="Connecteur droit avec flèche 158"/>
          <p:cNvCxnSpPr/>
          <p:nvPr/>
        </p:nvCxnSpPr>
        <p:spPr>
          <a:xfrm flipH="1">
            <a:off x="6552264" y="5906656"/>
            <a:ext cx="630082" cy="357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avec flèche 149"/>
          <p:cNvCxnSpPr/>
          <p:nvPr/>
        </p:nvCxnSpPr>
        <p:spPr>
          <a:xfrm flipH="1">
            <a:off x="6450834" y="5906656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avec flèche 167"/>
          <p:cNvCxnSpPr/>
          <p:nvPr/>
        </p:nvCxnSpPr>
        <p:spPr>
          <a:xfrm>
            <a:off x="7175467" y="5900375"/>
            <a:ext cx="334367" cy="58903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ZoneTexte 170"/>
              <p:cNvSpPr txBox="1"/>
              <p:nvPr/>
            </p:nvSpPr>
            <p:spPr>
              <a:xfrm>
                <a:off x="6290911" y="6225414"/>
                <a:ext cx="372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1" name="ZoneTexte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911" y="6225414"/>
                <a:ext cx="372345" cy="2769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ZoneTexte 171"/>
              <p:cNvSpPr txBox="1"/>
              <p:nvPr/>
            </p:nvSpPr>
            <p:spPr>
              <a:xfrm>
                <a:off x="7420246" y="6350908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2" name="ZoneTexte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246" y="6350908"/>
                <a:ext cx="373949" cy="276999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Linéaire rectiligne</a:t>
            </a:r>
            <a:endParaRPr lang="fr-FR" dirty="0"/>
          </a:p>
        </p:txBody>
      </p:sp>
      <p:sp>
        <p:nvSpPr>
          <p:cNvPr id="86" name="Arc 85"/>
          <p:cNvSpPr/>
          <p:nvPr/>
        </p:nvSpPr>
        <p:spPr>
          <a:xfrm>
            <a:off x="4141743" y="5833736"/>
            <a:ext cx="889108" cy="881919"/>
          </a:xfrm>
          <a:prstGeom prst="arc">
            <a:avLst>
              <a:gd name="adj1" fmla="val 18216852"/>
              <a:gd name="adj2" fmla="val 21399604"/>
            </a:avLst>
          </a:prstGeom>
          <a:ln>
            <a:solidFill>
              <a:srgbClr val="FF0000"/>
            </a:solidFill>
            <a:headEnd type="stealth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/>
              <p:cNvSpPr txBox="1"/>
              <p:nvPr/>
            </p:nvSpPr>
            <p:spPr>
              <a:xfrm>
                <a:off x="4857625" y="5768175"/>
                <a:ext cx="510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𝛽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8" name="ZoneTexte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625" y="5768175"/>
                <a:ext cx="510524" cy="276999"/>
              </a:xfrm>
              <a:prstGeom prst="rect">
                <a:avLst/>
              </a:prstGeom>
              <a:blipFill rotWithShape="1">
                <a:blip r:embed="rId2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/>
              <p:cNvSpPr txBox="1"/>
              <p:nvPr/>
            </p:nvSpPr>
            <p:spPr>
              <a:xfrm>
                <a:off x="6311776" y="5898085"/>
                <a:ext cx="510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𝛼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9" name="ZoneTexte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76" y="5898085"/>
                <a:ext cx="510524" cy="276999"/>
              </a:xfrm>
              <a:prstGeom prst="rect">
                <a:avLst/>
              </a:prstGeom>
              <a:blipFill rotWithShape="1">
                <a:blip r:embed="rId2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Arc 89"/>
          <p:cNvSpPr/>
          <p:nvPr/>
        </p:nvSpPr>
        <p:spPr>
          <a:xfrm>
            <a:off x="6749215" y="5468989"/>
            <a:ext cx="889108" cy="881919"/>
          </a:xfrm>
          <a:prstGeom prst="arc">
            <a:avLst>
              <a:gd name="adj1" fmla="val 9162852"/>
              <a:gd name="adj2" fmla="val 10559344"/>
            </a:avLst>
          </a:prstGeom>
          <a:ln>
            <a:solidFill>
              <a:srgbClr val="FF0000"/>
            </a:solidFill>
            <a:headEnd type="stealth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95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Connecteur droit 118"/>
          <p:cNvCxnSpPr/>
          <p:nvPr/>
        </p:nvCxnSpPr>
        <p:spPr>
          <a:xfrm>
            <a:off x="3664075" y="4151197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 flipH="1">
            <a:off x="2854063" y="4151788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861788" y="4353704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/>
          <p:cNvCxnSpPr/>
          <p:nvPr/>
        </p:nvCxnSpPr>
        <p:spPr>
          <a:xfrm flipH="1">
            <a:off x="3311928" y="4418278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/>
          <p:cNvCxnSpPr/>
          <p:nvPr/>
        </p:nvCxnSpPr>
        <p:spPr>
          <a:xfrm flipV="1">
            <a:off x="3491063" y="4570158"/>
            <a:ext cx="0" cy="36286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/>
          <p:nvPr/>
        </p:nvCxnSpPr>
        <p:spPr>
          <a:xfrm>
            <a:off x="1416473" y="4115866"/>
            <a:ext cx="148298" cy="7862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1146397" y="4244282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H="1">
            <a:off x="1596537" y="4308856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124079" y="4141201"/>
            <a:ext cx="282566" cy="16765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H="1">
            <a:off x="1467806" y="4196145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ZoneTexte 77"/>
          <p:cNvSpPr txBox="1"/>
          <p:nvPr/>
        </p:nvSpPr>
        <p:spPr>
          <a:xfrm>
            <a:off x="1416473" y="451136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376670" y="373021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1" name="Connecteur droit 30"/>
          <p:cNvCxnSpPr/>
          <p:nvPr/>
        </p:nvCxnSpPr>
        <p:spPr>
          <a:xfrm flipH="1">
            <a:off x="1159765" y="4184910"/>
            <a:ext cx="256709" cy="6417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>
            <a:off x="1556734" y="4040553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1415536" y="3961929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2001543" y="3952513"/>
            <a:ext cx="148298" cy="7862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H="1">
            <a:off x="2075692" y="4041775"/>
            <a:ext cx="96774" cy="15437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1464223" y="4200797"/>
            <a:ext cx="96774" cy="15437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1416474" y="4118960"/>
            <a:ext cx="51332" cy="23112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1783217" y="3850134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Linéaire rectiligne</a:t>
            </a:r>
            <a:endParaRPr lang="fr-FR" dirty="0"/>
          </a:p>
        </p:txBody>
      </p:sp>
      <p:cxnSp>
        <p:nvCxnSpPr>
          <p:cNvPr id="91" name="Connecteur droit 90"/>
          <p:cNvCxnSpPr/>
          <p:nvPr/>
        </p:nvCxnSpPr>
        <p:spPr>
          <a:xfrm flipV="1">
            <a:off x="1775672" y="4460736"/>
            <a:ext cx="0" cy="36286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/>
          <p:cNvCxnSpPr>
            <a:stCxn id="97" idx="0"/>
          </p:cNvCxnSpPr>
          <p:nvPr/>
        </p:nvCxnSpPr>
        <p:spPr>
          <a:xfrm flipV="1">
            <a:off x="3176910" y="4060403"/>
            <a:ext cx="0" cy="15241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lipse 96"/>
          <p:cNvSpPr/>
          <p:nvPr/>
        </p:nvSpPr>
        <p:spPr>
          <a:xfrm>
            <a:off x="3041892" y="4212816"/>
            <a:ext cx="270036" cy="27003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99" name="Connecteur droit 98"/>
          <p:cNvCxnSpPr/>
          <p:nvPr/>
        </p:nvCxnSpPr>
        <p:spPr>
          <a:xfrm flipH="1">
            <a:off x="3176910" y="3906467"/>
            <a:ext cx="615732" cy="15393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/>
          <p:cNvCxnSpPr>
            <a:stCxn id="106" idx="0"/>
          </p:cNvCxnSpPr>
          <p:nvPr/>
        </p:nvCxnSpPr>
        <p:spPr>
          <a:xfrm flipV="1">
            <a:off x="3792642" y="3922767"/>
            <a:ext cx="0" cy="15241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Ellipse 105"/>
          <p:cNvSpPr/>
          <p:nvPr/>
        </p:nvSpPr>
        <p:spPr>
          <a:xfrm>
            <a:off x="3657624" y="4075180"/>
            <a:ext cx="270036" cy="27003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24" name="Connecteur droit 123"/>
          <p:cNvCxnSpPr/>
          <p:nvPr/>
        </p:nvCxnSpPr>
        <p:spPr>
          <a:xfrm flipV="1">
            <a:off x="3463051" y="3762756"/>
            <a:ext cx="0" cy="21991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ZoneTexte 125"/>
          <p:cNvSpPr txBox="1"/>
          <p:nvPr/>
        </p:nvSpPr>
        <p:spPr>
          <a:xfrm>
            <a:off x="3158947" y="458008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129" name="ZoneTexte 128"/>
          <p:cNvSpPr txBox="1"/>
          <p:nvPr/>
        </p:nvSpPr>
        <p:spPr>
          <a:xfrm>
            <a:off x="3119144" y="379893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31" name="Connecteur droit 130"/>
          <p:cNvCxnSpPr/>
          <p:nvPr/>
        </p:nvCxnSpPr>
        <p:spPr>
          <a:xfrm flipV="1">
            <a:off x="1702292" y="5642859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 flipH="1" flipV="1">
            <a:off x="1335749" y="5432880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/>
          <p:cNvSpPr txBox="1"/>
          <p:nvPr/>
        </p:nvSpPr>
        <p:spPr>
          <a:xfrm>
            <a:off x="1335749" y="565055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ZoneTexte 157"/>
              <p:cNvSpPr txBox="1"/>
              <p:nvPr/>
            </p:nvSpPr>
            <p:spPr>
              <a:xfrm>
                <a:off x="1628350" y="5209499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8" name="ZoneTexte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350" y="5209499"/>
                <a:ext cx="327910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Connecteur droit 163"/>
          <p:cNvCxnSpPr/>
          <p:nvPr/>
        </p:nvCxnSpPr>
        <p:spPr>
          <a:xfrm flipV="1">
            <a:off x="1956260" y="5443135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/>
          <p:cNvCxnSpPr/>
          <p:nvPr/>
        </p:nvCxnSpPr>
        <p:spPr>
          <a:xfrm flipH="1">
            <a:off x="1245739" y="5657341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/>
          <p:cNvCxnSpPr/>
          <p:nvPr/>
        </p:nvCxnSpPr>
        <p:spPr>
          <a:xfrm flipH="1">
            <a:off x="1335750" y="5443135"/>
            <a:ext cx="726709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/>
          <p:cNvCxnSpPr/>
          <p:nvPr/>
        </p:nvCxnSpPr>
        <p:spPr>
          <a:xfrm flipV="1">
            <a:off x="1702331" y="5209540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168"/>
          <p:cNvCxnSpPr/>
          <p:nvPr/>
        </p:nvCxnSpPr>
        <p:spPr>
          <a:xfrm flipV="1">
            <a:off x="3525490" y="5642859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ZoneTexte 172"/>
          <p:cNvSpPr txBox="1"/>
          <p:nvPr/>
        </p:nvSpPr>
        <p:spPr>
          <a:xfrm>
            <a:off x="3158947" y="565055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176" name="Connecteur droit 175"/>
          <p:cNvCxnSpPr/>
          <p:nvPr/>
        </p:nvCxnSpPr>
        <p:spPr>
          <a:xfrm flipH="1">
            <a:off x="3068937" y="5657341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/>
          <p:cNvCxnSpPr/>
          <p:nvPr/>
        </p:nvCxnSpPr>
        <p:spPr>
          <a:xfrm flipH="1">
            <a:off x="3215383" y="5312208"/>
            <a:ext cx="577259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/>
          <p:cNvCxnSpPr/>
          <p:nvPr/>
        </p:nvCxnSpPr>
        <p:spPr>
          <a:xfrm flipV="1">
            <a:off x="3518996" y="5088868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ZoneTexte 178"/>
          <p:cNvSpPr txBox="1"/>
          <p:nvPr/>
        </p:nvSpPr>
        <p:spPr>
          <a:xfrm>
            <a:off x="1338976" y="516781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0" name="ZoneTexte 179"/>
          <p:cNvSpPr txBox="1"/>
          <p:nvPr/>
        </p:nvSpPr>
        <p:spPr>
          <a:xfrm>
            <a:off x="3176910" y="5078694"/>
            <a:ext cx="432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83" name="Connecteur droit 182"/>
          <p:cNvCxnSpPr/>
          <p:nvPr/>
        </p:nvCxnSpPr>
        <p:spPr>
          <a:xfrm flipV="1">
            <a:off x="3225871" y="5301970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Ellipse 180"/>
          <p:cNvSpPr/>
          <p:nvPr/>
        </p:nvSpPr>
        <p:spPr>
          <a:xfrm>
            <a:off x="3126931" y="5426430"/>
            <a:ext cx="197881" cy="1978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84" name="Connecteur droit 183"/>
          <p:cNvCxnSpPr/>
          <p:nvPr/>
        </p:nvCxnSpPr>
        <p:spPr>
          <a:xfrm flipV="1">
            <a:off x="3792641" y="5294170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Ellipse 181"/>
          <p:cNvSpPr/>
          <p:nvPr/>
        </p:nvSpPr>
        <p:spPr>
          <a:xfrm>
            <a:off x="3693701" y="5414450"/>
            <a:ext cx="197881" cy="1978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7302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Connecteur droit 52"/>
          <p:cNvCxnSpPr/>
          <p:nvPr/>
        </p:nvCxnSpPr>
        <p:spPr>
          <a:xfrm>
            <a:off x="3899578" y="1862151"/>
            <a:ext cx="720096" cy="42725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3105079" y="1854147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e 35"/>
          <p:cNvGrpSpPr/>
          <p:nvPr/>
        </p:nvGrpSpPr>
        <p:grpSpPr>
          <a:xfrm>
            <a:off x="3493028" y="1694076"/>
            <a:ext cx="270036" cy="422449"/>
            <a:chOff x="4842036" y="3616051"/>
            <a:chExt cx="270036" cy="422449"/>
          </a:xfrm>
        </p:grpSpPr>
        <p:cxnSp>
          <p:nvCxnSpPr>
            <p:cNvPr id="37" name="Connecteur droit 36"/>
            <p:cNvCxnSpPr>
              <a:stCxn id="38" idx="0"/>
            </p:cNvCxnSpPr>
            <p:nvPr/>
          </p:nvCxnSpPr>
          <p:spPr>
            <a:xfrm flipV="1">
              <a:off x="4977054" y="3616051"/>
              <a:ext cx="0" cy="15241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Ellipse 37"/>
            <p:cNvSpPr/>
            <p:nvPr/>
          </p:nvSpPr>
          <p:spPr>
            <a:xfrm>
              <a:off x="4842036" y="3768464"/>
              <a:ext cx="270036" cy="2700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Appui plan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094033" y="2497892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067794" y="167884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1825005" y="2178915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H="1">
            <a:off x="2259190" y="2312455"/>
            <a:ext cx="582162" cy="13766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2742214" y="2244218"/>
            <a:ext cx="119281" cy="7077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1832171" y="2151676"/>
            <a:ext cx="108954" cy="2723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1881657" y="2083447"/>
            <a:ext cx="450140" cy="26708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2322121" y="2210772"/>
            <a:ext cx="582162" cy="1376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454143" y="1940451"/>
            <a:ext cx="450140" cy="26708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H="1">
            <a:off x="1895999" y="1945852"/>
            <a:ext cx="565309" cy="14133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V="1">
            <a:off x="2395073" y="2424364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2384073" y="1769292"/>
            <a:ext cx="0" cy="41708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3105079" y="2056654"/>
            <a:ext cx="720096" cy="42725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H="1">
            <a:off x="3825175" y="2281401"/>
            <a:ext cx="810012" cy="20250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V="1">
            <a:off x="4004310" y="2433281"/>
            <a:ext cx="0" cy="36286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e 34"/>
          <p:cNvGrpSpPr/>
          <p:nvPr/>
        </p:nvGrpSpPr>
        <p:grpSpPr>
          <a:xfrm>
            <a:off x="3717240" y="1960205"/>
            <a:ext cx="270036" cy="422449"/>
            <a:chOff x="4842036" y="3616051"/>
            <a:chExt cx="270036" cy="422449"/>
          </a:xfrm>
        </p:grpSpPr>
        <p:cxnSp>
          <p:nvCxnSpPr>
            <p:cNvPr id="26" name="Connecteur droit 25"/>
            <p:cNvCxnSpPr>
              <a:stCxn id="27" idx="0"/>
            </p:cNvCxnSpPr>
            <p:nvPr/>
          </p:nvCxnSpPr>
          <p:spPr>
            <a:xfrm flipV="1">
              <a:off x="4977054" y="3616051"/>
              <a:ext cx="0" cy="15241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Ellipse 26"/>
            <p:cNvSpPr/>
            <p:nvPr/>
          </p:nvSpPr>
          <p:spPr>
            <a:xfrm>
              <a:off x="4842036" y="3768464"/>
              <a:ext cx="270036" cy="2700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cxnSp>
        <p:nvCxnSpPr>
          <p:cNvPr id="28" name="Connecteur droit 27"/>
          <p:cNvCxnSpPr/>
          <p:nvPr/>
        </p:nvCxnSpPr>
        <p:spPr>
          <a:xfrm flipH="1" flipV="1">
            <a:off x="3628046" y="1694076"/>
            <a:ext cx="313388" cy="142075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e 49"/>
          <p:cNvGrpSpPr/>
          <p:nvPr/>
        </p:nvGrpSpPr>
        <p:grpSpPr>
          <a:xfrm>
            <a:off x="4127597" y="1769223"/>
            <a:ext cx="270036" cy="422449"/>
            <a:chOff x="5472120" y="3461748"/>
            <a:chExt cx="270036" cy="422449"/>
          </a:xfrm>
        </p:grpSpPr>
        <p:cxnSp>
          <p:nvCxnSpPr>
            <p:cNvPr id="29" name="Connecteur droit 28"/>
            <p:cNvCxnSpPr>
              <a:stCxn id="30" idx="0"/>
            </p:cNvCxnSpPr>
            <p:nvPr/>
          </p:nvCxnSpPr>
          <p:spPr>
            <a:xfrm flipV="1">
              <a:off x="5607138" y="3461748"/>
              <a:ext cx="0" cy="15241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lipse 29"/>
            <p:cNvSpPr/>
            <p:nvPr/>
          </p:nvSpPr>
          <p:spPr>
            <a:xfrm>
              <a:off x="5472120" y="3614161"/>
              <a:ext cx="270036" cy="2700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cxnSp>
        <p:nvCxnSpPr>
          <p:cNvPr id="31" name="Connecteur droit 30"/>
          <p:cNvCxnSpPr/>
          <p:nvPr/>
        </p:nvCxnSpPr>
        <p:spPr>
          <a:xfrm flipV="1">
            <a:off x="3852258" y="1832248"/>
            <a:ext cx="89176" cy="13655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672194" y="244320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4004310" y="141048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5" name="Connecteur droit 44"/>
          <p:cNvCxnSpPr/>
          <p:nvPr/>
        </p:nvCxnSpPr>
        <p:spPr>
          <a:xfrm flipH="1">
            <a:off x="3941434" y="1770282"/>
            <a:ext cx="327784" cy="682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V="1">
            <a:off x="3941434" y="1466439"/>
            <a:ext cx="0" cy="37488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043168" y="3253720"/>
            <a:ext cx="703886" cy="72009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/>
          <p:cNvSpPr txBox="1"/>
          <p:nvPr/>
        </p:nvSpPr>
        <p:spPr>
          <a:xfrm>
            <a:off x="2417100" y="298368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65517" y="3368469"/>
            <a:ext cx="476292" cy="515335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/>
              <p:cNvSpPr txBox="1"/>
              <p:nvPr/>
            </p:nvSpPr>
            <p:spPr>
              <a:xfrm>
                <a:off x="2165517" y="3379832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0" name="ZoneText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517" y="3379832"/>
                <a:ext cx="327910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60"/>
          <p:cNvCxnSpPr/>
          <p:nvPr/>
        </p:nvCxnSpPr>
        <p:spPr>
          <a:xfrm>
            <a:off x="2394825" y="3973816"/>
            <a:ext cx="0" cy="45006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V="1">
            <a:off x="2403663" y="2983684"/>
            <a:ext cx="0" cy="65001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2028556" y="397960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491856" y="3253720"/>
            <a:ext cx="703886" cy="72009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8" name="Connecteur droit 67"/>
          <p:cNvCxnSpPr/>
          <p:nvPr/>
        </p:nvCxnSpPr>
        <p:spPr>
          <a:xfrm>
            <a:off x="3843513" y="3973816"/>
            <a:ext cx="0" cy="45006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>
          <a:xfrm>
            <a:off x="3477244" y="397960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3542950" y="3337868"/>
            <a:ext cx="239911" cy="239911"/>
          </a:xfrm>
          <a:prstGeom prst="ellipse">
            <a:avLst/>
          </a:prstGeom>
          <a:pattFill prst="openDmnd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73" name="Ellipse 72"/>
          <p:cNvSpPr/>
          <p:nvPr/>
        </p:nvSpPr>
        <p:spPr>
          <a:xfrm>
            <a:off x="3912835" y="3337868"/>
            <a:ext cx="239911" cy="239911"/>
          </a:xfrm>
          <a:prstGeom prst="ellipse">
            <a:avLst/>
          </a:prstGeom>
          <a:pattFill prst="openDmnd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74" name="Ellipse 73"/>
          <p:cNvSpPr/>
          <p:nvPr/>
        </p:nvSpPr>
        <p:spPr>
          <a:xfrm>
            <a:off x="3717416" y="3643893"/>
            <a:ext cx="239911" cy="239911"/>
          </a:xfrm>
          <a:prstGeom prst="ellipse">
            <a:avLst/>
          </a:prstGeom>
          <a:pattFill prst="openDmnd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76" name="Connecteur droit 75"/>
          <p:cNvCxnSpPr>
            <a:stCxn id="74" idx="1"/>
            <a:endCxn id="72" idx="4"/>
          </p:cNvCxnSpPr>
          <p:nvPr/>
        </p:nvCxnSpPr>
        <p:spPr>
          <a:xfrm flipH="1" flipV="1">
            <a:off x="3662906" y="3577779"/>
            <a:ext cx="89644" cy="10124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>
            <a:stCxn id="74" idx="7"/>
            <a:endCxn id="73" idx="4"/>
          </p:cNvCxnSpPr>
          <p:nvPr/>
        </p:nvCxnSpPr>
        <p:spPr>
          <a:xfrm flipV="1">
            <a:off x="3922193" y="3577779"/>
            <a:ext cx="110598" cy="101248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>
            <a:endCxn id="73" idx="2"/>
          </p:cNvCxnSpPr>
          <p:nvPr/>
        </p:nvCxnSpPr>
        <p:spPr>
          <a:xfrm>
            <a:off x="3782861" y="3457823"/>
            <a:ext cx="129974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/>
          <p:cNvCxnSpPr/>
          <p:nvPr/>
        </p:nvCxnSpPr>
        <p:spPr>
          <a:xfrm flipV="1">
            <a:off x="3847849" y="3073697"/>
            <a:ext cx="0" cy="38412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ZoneTexte 93"/>
          <p:cNvSpPr txBox="1"/>
          <p:nvPr/>
        </p:nvSpPr>
        <p:spPr>
          <a:xfrm>
            <a:off x="3870053" y="297367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92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eur droit avec flèche 169"/>
          <p:cNvCxnSpPr/>
          <p:nvPr/>
        </p:nvCxnSpPr>
        <p:spPr>
          <a:xfrm>
            <a:off x="5692312" y="5950117"/>
            <a:ext cx="734014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72"/>
          <p:cNvCxnSpPr/>
          <p:nvPr/>
        </p:nvCxnSpPr>
        <p:spPr>
          <a:xfrm flipH="1" flipV="1">
            <a:off x="5694862" y="5215859"/>
            <a:ext cx="1" cy="734259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/>
          <p:cNvCxnSpPr/>
          <p:nvPr/>
        </p:nvCxnSpPr>
        <p:spPr>
          <a:xfrm>
            <a:off x="5822631" y="3916804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/>
          <p:cNvCxnSpPr/>
          <p:nvPr/>
        </p:nvCxnSpPr>
        <p:spPr>
          <a:xfrm flipH="1" flipV="1">
            <a:off x="6012031" y="3412803"/>
            <a:ext cx="1" cy="639783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V="1">
            <a:off x="2249320" y="4192745"/>
            <a:ext cx="0" cy="7200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5785732" y="3692020"/>
            <a:ext cx="454746" cy="44361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1" name="Connecteur droit avec flèche 70"/>
          <p:cNvCxnSpPr/>
          <p:nvPr/>
        </p:nvCxnSpPr>
        <p:spPr>
          <a:xfrm flipH="1">
            <a:off x="1260445" y="4913213"/>
            <a:ext cx="990196" cy="25466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2249320" y="4913213"/>
            <a:ext cx="720080" cy="43120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1076068" y="4884550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068" y="4884550"/>
                <a:ext cx="368754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2835468" y="5040547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468" y="5040547"/>
                <a:ext cx="370358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2194830" y="4119024"/>
                <a:ext cx="3584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30" y="4119024"/>
                <a:ext cx="358431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/>
          <p:cNvSpPr txBox="1"/>
          <p:nvPr/>
        </p:nvSpPr>
        <p:spPr>
          <a:xfrm>
            <a:off x="1948280" y="518070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>
            <a:off x="1922041" y="4361658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ZoneTexte 101"/>
              <p:cNvSpPr txBox="1"/>
              <p:nvPr/>
            </p:nvSpPr>
            <p:spPr>
              <a:xfrm>
                <a:off x="6393693" y="3681807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2" name="ZoneTexte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693" y="3681807"/>
                <a:ext cx="368754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ZoneTexte 109"/>
          <p:cNvSpPr txBox="1"/>
          <p:nvPr/>
        </p:nvSpPr>
        <p:spPr>
          <a:xfrm>
            <a:off x="6144120" y="386559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877225" y="3779926"/>
            <a:ext cx="274682" cy="27375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5784152" y="376862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152" y="3768624"/>
                <a:ext cx="327910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Appui plan</a:t>
            </a:r>
            <a:endParaRPr lang="fr-FR" dirty="0"/>
          </a:p>
        </p:txBody>
      </p:sp>
      <p:cxnSp>
        <p:nvCxnSpPr>
          <p:cNvPr id="90" name="Connecteur droit 89"/>
          <p:cNvCxnSpPr/>
          <p:nvPr/>
        </p:nvCxnSpPr>
        <p:spPr>
          <a:xfrm>
            <a:off x="1679252" y="4861732"/>
            <a:ext cx="450140" cy="26708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/>
          <p:nvPr/>
        </p:nvCxnSpPr>
        <p:spPr>
          <a:xfrm flipH="1">
            <a:off x="2113437" y="4995272"/>
            <a:ext cx="582162" cy="13766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/>
          <p:cNvCxnSpPr/>
          <p:nvPr/>
        </p:nvCxnSpPr>
        <p:spPr>
          <a:xfrm>
            <a:off x="2596461" y="4927035"/>
            <a:ext cx="119281" cy="7077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/>
          <p:cNvCxnSpPr/>
          <p:nvPr/>
        </p:nvCxnSpPr>
        <p:spPr>
          <a:xfrm flipH="1">
            <a:off x="1686418" y="4834493"/>
            <a:ext cx="108954" cy="2723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1735904" y="4766264"/>
            <a:ext cx="450140" cy="26708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 flipH="1">
            <a:off x="2176368" y="4893589"/>
            <a:ext cx="582162" cy="1376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2308390" y="4623268"/>
            <a:ext cx="450140" cy="26708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/>
          <p:cNvCxnSpPr/>
          <p:nvPr/>
        </p:nvCxnSpPr>
        <p:spPr>
          <a:xfrm flipH="1">
            <a:off x="1750246" y="4628669"/>
            <a:ext cx="565309" cy="14133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/>
          <p:cNvCxnSpPr/>
          <p:nvPr/>
        </p:nvCxnSpPr>
        <p:spPr>
          <a:xfrm flipV="1">
            <a:off x="2249320" y="5107181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/>
          <p:cNvCxnSpPr/>
          <p:nvPr/>
        </p:nvCxnSpPr>
        <p:spPr>
          <a:xfrm flipV="1">
            <a:off x="2238320" y="4452109"/>
            <a:ext cx="0" cy="41708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/>
          <p:cNvGrpSpPr/>
          <p:nvPr/>
        </p:nvGrpSpPr>
        <p:grpSpPr>
          <a:xfrm>
            <a:off x="3491232" y="3419979"/>
            <a:ext cx="1270478" cy="1046329"/>
            <a:chOff x="3491232" y="3419979"/>
            <a:chExt cx="1270478" cy="1046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ZoneTexte 103"/>
                <p:cNvSpPr txBox="1"/>
                <p:nvPr/>
              </p:nvSpPr>
              <p:spPr>
                <a:xfrm>
                  <a:off x="4391352" y="3878951"/>
                  <a:ext cx="3703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04" name="ZoneTexte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352" y="3878951"/>
                  <a:ext cx="370358" cy="27699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Connecteur droit avec flèche 104"/>
            <p:cNvCxnSpPr/>
            <p:nvPr/>
          </p:nvCxnSpPr>
          <p:spPr>
            <a:xfrm flipH="1" flipV="1">
              <a:off x="3851279" y="3500809"/>
              <a:ext cx="1" cy="63978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ZoneTexte 110"/>
            <p:cNvSpPr txBox="1"/>
            <p:nvPr/>
          </p:nvSpPr>
          <p:spPr>
            <a:xfrm>
              <a:off x="3941292" y="420469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sp>
          <p:nvSpPr>
            <p:cNvPr id="155" name="ZoneTexte 154"/>
            <p:cNvSpPr txBox="1"/>
            <p:nvPr/>
          </p:nvSpPr>
          <p:spPr>
            <a:xfrm>
              <a:off x="3859776" y="3790693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115" name="Connecteur droit 114"/>
            <p:cNvCxnSpPr/>
            <p:nvPr/>
          </p:nvCxnSpPr>
          <p:spPr>
            <a:xfrm>
              <a:off x="3491232" y="4059762"/>
              <a:ext cx="720096" cy="41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115"/>
            <p:cNvCxnSpPr/>
            <p:nvPr/>
          </p:nvCxnSpPr>
          <p:spPr>
            <a:xfrm>
              <a:off x="3491232" y="4144716"/>
              <a:ext cx="720096" cy="41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116"/>
            <p:cNvCxnSpPr/>
            <p:nvPr/>
          </p:nvCxnSpPr>
          <p:spPr>
            <a:xfrm>
              <a:off x="3851904" y="4155950"/>
              <a:ext cx="0" cy="29615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eur droit 118"/>
            <p:cNvCxnSpPr/>
            <p:nvPr/>
          </p:nvCxnSpPr>
          <p:spPr>
            <a:xfrm>
              <a:off x="3851280" y="3751989"/>
              <a:ext cx="0" cy="296159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ZoneTexte 119"/>
                <p:cNvSpPr txBox="1"/>
                <p:nvPr/>
              </p:nvSpPr>
              <p:spPr>
                <a:xfrm>
                  <a:off x="3852897" y="3419979"/>
                  <a:ext cx="3584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0" name="ZoneTexte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2897" y="3419979"/>
                  <a:ext cx="358431" cy="27699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Connecteur droit avec flèche 123"/>
            <p:cNvCxnSpPr/>
            <p:nvPr/>
          </p:nvCxnSpPr>
          <p:spPr>
            <a:xfrm>
              <a:off x="3852897" y="4145132"/>
              <a:ext cx="734014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ZoneTexte 125"/>
                <p:cNvSpPr txBox="1"/>
                <p:nvPr/>
              </p:nvSpPr>
              <p:spPr>
                <a:xfrm>
                  <a:off x="3613382" y="3780544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6" name="ZoneTexte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3382" y="3780544"/>
                  <a:ext cx="327910" cy="2769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Connecteur droit 128"/>
          <p:cNvCxnSpPr/>
          <p:nvPr/>
        </p:nvCxnSpPr>
        <p:spPr>
          <a:xfrm>
            <a:off x="6012032" y="4131000"/>
            <a:ext cx="0" cy="1759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>
            <a:off x="6009614" y="3914086"/>
            <a:ext cx="360048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ZoneTexte 130"/>
          <p:cNvSpPr txBox="1"/>
          <p:nvPr/>
        </p:nvSpPr>
        <p:spPr>
          <a:xfrm>
            <a:off x="5517097" y="367765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ZoneTexte 133"/>
              <p:cNvSpPr txBox="1"/>
              <p:nvPr/>
            </p:nvSpPr>
            <p:spPr>
              <a:xfrm>
                <a:off x="5977382" y="3309646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4" name="ZoneTexte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382" y="3309646"/>
                <a:ext cx="370358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/>
          <p:cNvSpPr/>
          <p:nvPr/>
        </p:nvSpPr>
        <p:spPr>
          <a:xfrm>
            <a:off x="5292096" y="5606990"/>
            <a:ext cx="721676" cy="70239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1" name="Connecteur droit avec flèche 160"/>
          <p:cNvCxnSpPr/>
          <p:nvPr/>
        </p:nvCxnSpPr>
        <p:spPr>
          <a:xfrm>
            <a:off x="5459822" y="6128176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ZoneTexte 161"/>
              <p:cNvSpPr txBox="1"/>
              <p:nvPr/>
            </p:nvSpPr>
            <p:spPr>
              <a:xfrm>
                <a:off x="6021847" y="6120380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62" name="ZoneTexte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847" y="6120380"/>
                <a:ext cx="368754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ZoneTexte 162"/>
          <p:cNvSpPr txBox="1"/>
          <p:nvPr/>
        </p:nvSpPr>
        <p:spPr>
          <a:xfrm>
            <a:off x="6012032" y="560699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691810" y="5680992"/>
            <a:ext cx="270037" cy="269125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ZoneTexte 164"/>
              <p:cNvSpPr txBox="1"/>
              <p:nvPr/>
            </p:nvSpPr>
            <p:spPr>
              <a:xfrm>
                <a:off x="5252460" y="6028065"/>
                <a:ext cx="3859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5" name="ZoneTexte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60" y="6028065"/>
                <a:ext cx="385939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Connecteur droit 165"/>
          <p:cNvCxnSpPr/>
          <p:nvPr/>
        </p:nvCxnSpPr>
        <p:spPr>
          <a:xfrm>
            <a:off x="5652934" y="6309384"/>
            <a:ext cx="0" cy="1759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ZoneTexte 168"/>
              <p:cNvSpPr txBox="1"/>
              <p:nvPr/>
            </p:nvSpPr>
            <p:spPr>
              <a:xfrm>
                <a:off x="5163445" y="5255418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69" name="ZoneTexte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445" y="5255418"/>
                <a:ext cx="370358" cy="27699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Connecteur droit avec flèche 157"/>
          <p:cNvCxnSpPr/>
          <p:nvPr/>
        </p:nvCxnSpPr>
        <p:spPr>
          <a:xfrm flipH="1" flipV="1">
            <a:off x="5462372" y="5393918"/>
            <a:ext cx="1" cy="734259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/>
          <p:cNvCxnSpPr/>
          <p:nvPr/>
        </p:nvCxnSpPr>
        <p:spPr>
          <a:xfrm>
            <a:off x="5826829" y="5814329"/>
            <a:ext cx="278436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/>
              <p:cNvSpPr txBox="1"/>
              <p:nvPr/>
            </p:nvSpPr>
            <p:spPr>
              <a:xfrm>
                <a:off x="5382108" y="5672337"/>
                <a:ext cx="3895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i="1" smtClean="0">
                              <a:latin typeface="Cambria Math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5" name="ZoneTexte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108" y="5672337"/>
                <a:ext cx="389530" cy="27699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ZoneTexte 175"/>
              <p:cNvSpPr txBox="1"/>
              <p:nvPr/>
            </p:nvSpPr>
            <p:spPr>
              <a:xfrm>
                <a:off x="5369759" y="5107181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6" name="ZoneTexte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59" y="5107181"/>
                <a:ext cx="373949" cy="27699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ZoneTexte 176"/>
              <p:cNvSpPr txBox="1"/>
              <p:nvPr/>
            </p:nvSpPr>
            <p:spPr>
              <a:xfrm>
                <a:off x="6284141" y="5889565"/>
                <a:ext cx="372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7" name="ZoneTexte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141" y="5889565"/>
                <a:ext cx="372345" cy="276999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ZoneTexte 177"/>
              <p:cNvSpPr txBox="1"/>
              <p:nvPr/>
            </p:nvSpPr>
            <p:spPr>
              <a:xfrm>
                <a:off x="5327404" y="6517877"/>
                <a:ext cx="1796197" cy="300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fr-FR" sz="1200" b="0" i="1" smtClean="0">
                          <a:latin typeface="Cambria Math"/>
                        </a:rPr>
                        <m:t>=</m:t>
                      </m:r>
                      <m:r>
                        <a:rPr lang="fr-FR" sz="1200" b="0" i="1" smtClean="0">
                          <a:latin typeface="Cambria Math"/>
                        </a:rPr>
                        <m:t>𝜆</m:t>
                      </m:r>
                      <m:d>
                        <m:d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fr-FR" sz="1200" b="0" i="1" smtClean="0">
                          <a:latin typeface="Cambria Math"/>
                        </a:rPr>
                        <m:t>+</m:t>
                      </m:r>
                      <m:r>
                        <a:rPr lang="fr-FR" sz="1200" b="0" i="1" smtClean="0">
                          <a:latin typeface="Cambria Math"/>
                        </a:rPr>
                        <m:t>𝜇</m:t>
                      </m:r>
                      <m:d>
                        <m:d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8" name="ZoneTexte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404" y="6517877"/>
                <a:ext cx="1796197" cy="30059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Rectangle 193"/>
          <p:cNvSpPr/>
          <p:nvPr/>
        </p:nvSpPr>
        <p:spPr>
          <a:xfrm>
            <a:off x="7452384" y="5598921"/>
            <a:ext cx="721676" cy="70239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Rectangle 194"/>
          <p:cNvSpPr/>
          <p:nvPr/>
        </p:nvSpPr>
        <p:spPr>
          <a:xfrm rot="19800000">
            <a:off x="7678203" y="5815555"/>
            <a:ext cx="270037" cy="269125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6" name="Connecteur droit avec flèche 195"/>
          <p:cNvCxnSpPr/>
          <p:nvPr/>
        </p:nvCxnSpPr>
        <p:spPr>
          <a:xfrm>
            <a:off x="7807053" y="5950118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96"/>
          <p:cNvCxnSpPr/>
          <p:nvPr/>
        </p:nvCxnSpPr>
        <p:spPr>
          <a:xfrm rot="16200000">
            <a:off x="7440046" y="5582328"/>
            <a:ext cx="734014" cy="0"/>
          </a:xfrm>
          <a:prstGeom prst="straightConnector1">
            <a:avLst/>
          </a:prstGeom>
          <a:ln>
            <a:solidFill>
              <a:srgbClr val="7030A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 flipV="1">
            <a:off x="7807053" y="5680992"/>
            <a:ext cx="427546" cy="26834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avec flèche 198"/>
          <p:cNvCxnSpPr/>
          <p:nvPr/>
        </p:nvCxnSpPr>
        <p:spPr>
          <a:xfrm flipV="1">
            <a:off x="7813221" y="5532417"/>
            <a:ext cx="629295" cy="41691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avec flèche 199"/>
          <p:cNvCxnSpPr/>
          <p:nvPr/>
        </p:nvCxnSpPr>
        <p:spPr>
          <a:xfrm rot="16200000" flipV="1">
            <a:off x="7283948" y="5435080"/>
            <a:ext cx="629295" cy="41691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200"/>
          <p:cNvSpPr txBox="1"/>
          <p:nvPr/>
        </p:nvSpPr>
        <p:spPr>
          <a:xfrm>
            <a:off x="7452304" y="594933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2" name="ZoneTexte 201"/>
          <p:cNvSpPr txBox="1"/>
          <p:nvPr/>
        </p:nvSpPr>
        <p:spPr>
          <a:xfrm>
            <a:off x="4983381" y="5610071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203" name="ZoneTexte 202"/>
          <p:cNvSpPr txBox="1"/>
          <p:nvPr/>
        </p:nvSpPr>
        <p:spPr>
          <a:xfrm>
            <a:off x="7817369" y="6286844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204" name="Connecteur droit 203"/>
          <p:cNvCxnSpPr/>
          <p:nvPr/>
        </p:nvCxnSpPr>
        <p:spPr>
          <a:xfrm>
            <a:off x="7813221" y="6288029"/>
            <a:ext cx="0" cy="17599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ZoneTexte 204"/>
              <p:cNvSpPr txBox="1"/>
              <p:nvPr/>
            </p:nvSpPr>
            <p:spPr>
              <a:xfrm>
                <a:off x="8436760" y="5793917"/>
                <a:ext cx="368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5" name="ZoneTexte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760" y="5793917"/>
                <a:ext cx="368754" cy="276999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ZoneTexte 205"/>
              <p:cNvSpPr txBox="1"/>
              <p:nvPr/>
            </p:nvSpPr>
            <p:spPr>
              <a:xfrm>
                <a:off x="7621874" y="5004230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6" name="ZoneTexte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874" y="5004230"/>
                <a:ext cx="370358" cy="276999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ZoneTexte 206"/>
              <p:cNvSpPr txBox="1"/>
              <p:nvPr/>
            </p:nvSpPr>
            <p:spPr>
              <a:xfrm>
                <a:off x="7123601" y="5170030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7" name="ZoneTexte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601" y="5170030"/>
                <a:ext cx="373949" cy="276999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ZoneTexte 207"/>
              <p:cNvSpPr txBox="1"/>
              <p:nvPr/>
            </p:nvSpPr>
            <p:spPr>
              <a:xfrm>
                <a:off x="8354894" y="5413772"/>
                <a:ext cx="372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8" name="ZoneTexte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894" y="5413772"/>
                <a:ext cx="372345" cy="276999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Arc 208"/>
          <p:cNvSpPr/>
          <p:nvPr/>
        </p:nvSpPr>
        <p:spPr>
          <a:xfrm>
            <a:off x="7362498" y="5432337"/>
            <a:ext cx="990005" cy="982000"/>
          </a:xfrm>
          <a:prstGeom prst="arc">
            <a:avLst>
              <a:gd name="adj1" fmla="val 19643760"/>
              <a:gd name="adj2" fmla="val 40564"/>
            </a:avLst>
          </a:prstGeom>
          <a:ln>
            <a:solidFill>
              <a:srgbClr val="FF0000"/>
            </a:solidFill>
            <a:headEnd type="stealth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ZoneTexte 209"/>
              <p:cNvSpPr txBox="1"/>
              <p:nvPr/>
            </p:nvSpPr>
            <p:spPr>
              <a:xfrm>
                <a:off x="8285804" y="5609657"/>
                <a:ext cx="5105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𝛼</m:t>
                      </m:r>
                      <m:r>
                        <a:rPr lang="fr-FR" sz="1200" b="0" i="1" smtClean="0">
                          <a:latin typeface="Cambria Math"/>
                        </a:rPr>
                        <m:t>(</m:t>
                      </m:r>
                      <m:r>
                        <a:rPr lang="fr-FR" sz="1200" b="0" i="1" smtClean="0">
                          <a:latin typeface="Cambria Math"/>
                        </a:rPr>
                        <m:t>𝑡</m:t>
                      </m:r>
                      <m:r>
                        <a:rPr lang="fr-FR" sz="12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10" name="ZoneTexte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04" y="5609657"/>
                <a:ext cx="510524" cy="276999"/>
              </a:xfrm>
              <a:prstGeom prst="rect">
                <a:avLst/>
              </a:prstGeom>
              <a:blipFill rotWithShape="1">
                <a:blip r:embed="rId2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58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3620290" y="1627527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290" y="1627527"/>
                <a:ext cx="327910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e 17"/>
          <p:cNvGrpSpPr/>
          <p:nvPr/>
        </p:nvGrpSpPr>
        <p:grpSpPr>
          <a:xfrm>
            <a:off x="230533" y="1813221"/>
            <a:ext cx="734249" cy="613776"/>
            <a:chOff x="1047379" y="2528880"/>
            <a:chExt cx="734249" cy="613776"/>
          </a:xfrm>
        </p:grpSpPr>
        <p:sp>
          <p:nvSpPr>
            <p:cNvPr id="7" name="Rectangle 6"/>
            <p:cNvSpPr/>
            <p:nvPr/>
          </p:nvSpPr>
          <p:spPr>
            <a:xfrm>
              <a:off x="1061532" y="2528880"/>
              <a:ext cx="720096" cy="352166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" name="Connecteur droit 7"/>
            <p:cNvCxnSpPr/>
            <p:nvPr/>
          </p:nvCxnSpPr>
          <p:spPr>
            <a:xfrm flipV="1">
              <a:off x="1423458" y="2888864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1047379" y="2881046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64662" y="1591871"/>
            <a:ext cx="1620217" cy="581334"/>
            <a:chOff x="881508" y="2307530"/>
            <a:chExt cx="1620217" cy="581334"/>
          </a:xfrm>
        </p:grpSpPr>
        <p:sp>
          <p:nvSpPr>
            <p:cNvPr id="14" name="ZoneTexte 13"/>
            <p:cNvSpPr txBox="1"/>
            <p:nvPr/>
          </p:nvSpPr>
          <p:spPr>
            <a:xfrm>
              <a:off x="2141596" y="2307530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5" name="Connecteur droit 14"/>
            <p:cNvCxnSpPr/>
            <p:nvPr/>
          </p:nvCxnSpPr>
          <p:spPr>
            <a:xfrm flipH="1">
              <a:off x="881508" y="2702566"/>
              <a:ext cx="1620217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1871640" y="2528880"/>
              <a:ext cx="0" cy="35216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>
              <a:off x="962562" y="2521955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Liaisons cinématiques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472917" y="153877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17" y="1538774"/>
                <a:ext cx="327910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566979" y="1722676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1722676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e 34"/>
          <p:cNvGrpSpPr/>
          <p:nvPr/>
        </p:nvGrpSpPr>
        <p:grpSpPr>
          <a:xfrm>
            <a:off x="2217889" y="1321298"/>
            <a:ext cx="616361" cy="830828"/>
            <a:chOff x="3671880" y="2050218"/>
            <a:chExt cx="616361" cy="830828"/>
          </a:xfrm>
        </p:grpSpPr>
        <p:cxnSp>
          <p:nvCxnSpPr>
            <p:cNvPr id="23" name="Connecteur droit 22"/>
            <p:cNvCxnSpPr>
              <a:stCxn id="24" idx="7"/>
            </p:cNvCxnSpPr>
            <p:nvPr/>
          </p:nvCxnSpPr>
          <p:spPr>
            <a:xfrm flipV="1">
              <a:off x="3979202" y="2309666"/>
              <a:ext cx="216683" cy="26406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lipse 23"/>
            <p:cNvSpPr/>
            <p:nvPr/>
          </p:nvSpPr>
          <p:spPr>
            <a:xfrm>
              <a:off x="3671880" y="2520998"/>
              <a:ext cx="360050" cy="360048"/>
            </a:xfrm>
            <a:prstGeom prst="ellipse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28113" y="2050218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34" name="Groupe 33"/>
          <p:cNvGrpSpPr/>
          <p:nvPr/>
        </p:nvGrpSpPr>
        <p:grpSpPr>
          <a:xfrm>
            <a:off x="2141719" y="1722676"/>
            <a:ext cx="639202" cy="806199"/>
            <a:chOff x="3595710" y="2451596"/>
            <a:chExt cx="639202" cy="806199"/>
          </a:xfrm>
        </p:grpSpPr>
        <p:cxnSp>
          <p:nvCxnSpPr>
            <p:cNvPr id="22" name="Connecteur droit 21"/>
            <p:cNvCxnSpPr/>
            <p:nvPr/>
          </p:nvCxnSpPr>
          <p:spPr>
            <a:xfrm flipV="1">
              <a:off x="3851905" y="2971058"/>
              <a:ext cx="0" cy="2867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ZoneTexte 24"/>
            <p:cNvSpPr txBox="1"/>
            <p:nvPr/>
          </p:nvSpPr>
          <p:spPr>
            <a:xfrm>
              <a:off x="3874784" y="2990479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sp>
          <p:nvSpPr>
            <p:cNvPr id="30" name="Arc 29"/>
            <p:cNvSpPr/>
            <p:nvPr/>
          </p:nvSpPr>
          <p:spPr>
            <a:xfrm>
              <a:off x="3595710" y="2451596"/>
              <a:ext cx="512467" cy="512467"/>
            </a:xfrm>
            <a:prstGeom prst="arc">
              <a:avLst>
                <a:gd name="adj1" fmla="val 21514046"/>
                <a:gd name="adj2" fmla="val 16197875"/>
              </a:avLst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grpSp>
        <p:nvGrpSpPr>
          <p:cNvPr id="48" name="Groupe 47"/>
          <p:cNvGrpSpPr/>
          <p:nvPr/>
        </p:nvGrpSpPr>
        <p:grpSpPr>
          <a:xfrm>
            <a:off x="3498140" y="1991699"/>
            <a:ext cx="810188" cy="321592"/>
            <a:chOff x="5292096" y="2707829"/>
            <a:chExt cx="810188" cy="321592"/>
          </a:xfrm>
        </p:grpSpPr>
        <p:sp>
          <p:nvSpPr>
            <p:cNvPr id="38" name="ZoneTexte 37"/>
            <p:cNvSpPr txBox="1"/>
            <p:nvPr/>
          </p:nvSpPr>
          <p:spPr>
            <a:xfrm>
              <a:off x="5742156" y="2767811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dirty="0" smtClean="0">
                  <a:solidFill>
                    <a:srgbClr val="7030A0"/>
                  </a:solidFill>
                </a:rPr>
                <a:t>(1)</a:t>
              </a:r>
              <a:endParaRPr lang="fr-FR" sz="1400" b="1" dirty="0">
                <a:solidFill>
                  <a:srgbClr val="7030A0"/>
                </a:solidFill>
              </a:endParaRPr>
            </a:p>
          </p:txBody>
        </p:sp>
        <p:cxnSp>
          <p:nvCxnSpPr>
            <p:cNvPr id="41" name="Connecteur droit 40"/>
            <p:cNvCxnSpPr/>
            <p:nvPr/>
          </p:nvCxnSpPr>
          <p:spPr>
            <a:xfrm>
              <a:off x="5292096" y="2707829"/>
              <a:ext cx="720096" cy="41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41"/>
            <p:cNvCxnSpPr/>
            <p:nvPr/>
          </p:nvCxnSpPr>
          <p:spPr>
            <a:xfrm>
              <a:off x="5652768" y="2719063"/>
              <a:ext cx="0" cy="29615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e 46"/>
          <p:cNvGrpSpPr/>
          <p:nvPr/>
        </p:nvGrpSpPr>
        <p:grpSpPr>
          <a:xfrm>
            <a:off x="3498140" y="1598972"/>
            <a:ext cx="728672" cy="308189"/>
            <a:chOff x="5292096" y="2315102"/>
            <a:chExt cx="728672" cy="308189"/>
          </a:xfrm>
        </p:grpSpPr>
        <p:sp>
          <p:nvSpPr>
            <p:cNvPr id="39" name="ZoneTexte 38"/>
            <p:cNvSpPr txBox="1"/>
            <p:nvPr/>
          </p:nvSpPr>
          <p:spPr>
            <a:xfrm>
              <a:off x="5660640" y="2353806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cxnSp>
          <p:nvCxnSpPr>
            <p:cNvPr id="40" name="Connecteur droit 39"/>
            <p:cNvCxnSpPr/>
            <p:nvPr/>
          </p:nvCxnSpPr>
          <p:spPr>
            <a:xfrm>
              <a:off x="5292096" y="2622875"/>
              <a:ext cx="720096" cy="41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>
              <a:off x="5652144" y="2315102"/>
              <a:ext cx="0" cy="296159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droit 31"/>
          <p:cNvCxnSpPr/>
          <p:nvPr/>
        </p:nvCxnSpPr>
        <p:spPr>
          <a:xfrm flipV="1">
            <a:off x="5288628" y="1974822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 flipV="1">
            <a:off x="4922085" y="1764843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922085" y="198251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5214686" y="1541462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686" y="1541462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ZoneTexte 49"/>
          <p:cNvSpPr txBox="1"/>
          <p:nvPr/>
        </p:nvSpPr>
        <p:spPr>
          <a:xfrm>
            <a:off x="5008985" y="1529279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51" name="Connecteur droit 50"/>
          <p:cNvCxnSpPr/>
          <p:nvPr/>
        </p:nvCxnSpPr>
        <p:spPr>
          <a:xfrm flipV="1">
            <a:off x="5542596" y="1775098"/>
            <a:ext cx="90012" cy="2244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 flipH="1">
            <a:off x="4832075" y="1989304"/>
            <a:ext cx="900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H="1">
            <a:off x="4922086" y="1775098"/>
            <a:ext cx="726709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5288667" y="1541503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flipV="1">
            <a:off x="7108367" y="2159944"/>
            <a:ext cx="0" cy="22334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8096621" y="1527534"/>
            <a:ext cx="0" cy="45362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6732288" y="215212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(1)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7826505" y="157861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(2)</a:t>
            </a:r>
            <a:endParaRPr lang="fr-FR" sz="1400" dirty="0">
              <a:solidFill>
                <a:srgbClr val="7030A0"/>
              </a:solidFill>
            </a:endParaRPr>
          </a:p>
        </p:txBody>
      </p:sp>
      <p:cxnSp>
        <p:nvCxnSpPr>
          <p:cNvPr id="65" name="Connecteur droit 64"/>
          <p:cNvCxnSpPr/>
          <p:nvPr/>
        </p:nvCxnSpPr>
        <p:spPr>
          <a:xfrm flipH="1">
            <a:off x="6566417" y="1973646"/>
            <a:ext cx="1530204" cy="394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746441" y="1799960"/>
            <a:ext cx="720096" cy="35216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/>
              <p:cNvSpPr txBox="1"/>
              <p:nvPr/>
            </p:nvSpPr>
            <p:spPr>
              <a:xfrm>
                <a:off x="6944412" y="1522961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7" name="ZoneTexte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12" y="1522961"/>
                <a:ext cx="327910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Forme libre 67"/>
          <p:cNvSpPr/>
          <p:nvPr/>
        </p:nvSpPr>
        <p:spPr>
          <a:xfrm>
            <a:off x="6742008" y="1847914"/>
            <a:ext cx="720725" cy="226655"/>
          </a:xfrm>
          <a:custGeom>
            <a:avLst/>
            <a:gdLst>
              <a:gd name="connsiteX0" fmla="*/ 0 w 720725"/>
              <a:gd name="connsiteY0" fmla="*/ 355601 h 358776"/>
              <a:gd name="connsiteX1" fmla="*/ 180975 w 720725"/>
              <a:gd name="connsiteY1" fmla="*/ 1 h 358776"/>
              <a:gd name="connsiteX2" fmla="*/ 365125 w 720725"/>
              <a:gd name="connsiteY2" fmla="*/ 358776 h 358776"/>
              <a:gd name="connsiteX3" fmla="*/ 549275 w 720725"/>
              <a:gd name="connsiteY3" fmla="*/ 3176 h 358776"/>
              <a:gd name="connsiteX4" fmla="*/ 720725 w 720725"/>
              <a:gd name="connsiteY4" fmla="*/ 355601 h 358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725" h="358776">
                <a:moveTo>
                  <a:pt x="0" y="355601"/>
                </a:moveTo>
                <a:cubicBezTo>
                  <a:pt x="60060" y="177536"/>
                  <a:pt x="120121" y="-528"/>
                  <a:pt x="180975" y="1"/>
                </a:cubicBezTo>
                <a:cubicBezTo>
                  <a:pt x="241829" y="530"/>
                  <a:pt x="303742" y="358247"/>
                  <a:pt x="365125" y="358776"/>
                </a:cubicBezTo>
                <a:cubicBezTo>
                  <a:pt x="426508" y="359305"/>
                  <a:pt x="490008" y="3705"/>
                  <a:pt x="549275" y="3176"/>
                </a:cubicBezTo>
                <a:cubicBezTo>
                  <a:pt x="608542" y="2647"/>
                  <a:pt x="664633" y="179124"/>
                  <a:pt x="720725" y="355601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accent3">
                    <a:lumMod val="75000"/>
                  </a:schemeClr>
                </a:solidFill>
              </a:ln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2828788" y="2958475"/>
            <a:ext cx="717367" cy="892580"/>
            <a:chOff x="2828788" y="2958475"/>
            <a:chExt cx="717367" cy="892580"/>
          </a:xfrm>
        </p:grpSpPr>
        <p:sp>
          <p:nvSpPr>
            <p:cNvPr id="69" name="ZoneTexte 68"/>
            <p:cNvSpPr txBox="1"/>
            <p:nvPr/>
          </p:nvSpPr>
          <p:spPr>
            <a:xfrm>
              <a:off x="2856731" y="2958475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79" name="Connecteur droit 78"/>
            <p:cNvCxnSpPr/>
            <p:nvPr/>
          </p:nvCxnSpPr>
          <p:spPr>
            <a:xfrm flipV="1">
              <a:off x="3129327" y="3438290"/>
              <a:ext cx="0" cy="400492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ZoneTexte 82"/>
                <p:cNvSpPr txBox="1"/>
                <p:nvPr/>
              </p:nvSpPr>
              <p:spPr>
                <a:xfrm>
                  <a:off x="3160216" y="3073044"/>
                  <a:ext cx="3859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83" name="ZoneTexte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0216" y="3073044"/>
                  <a:ext cx="385939" cy="27699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onnecteur droit 88"/>
            <p:cNvCxnSpPr/>
            <p:nvPr/>
          </p:nvCxnSpPr>
          <p:spPr>
            <a:xfrm>
              <a:off x="3129327" y="2983032"/>
              <a:ext cx="0" cy="446112"/>
            </a:xfrm>
            <a:prstGeom prst="line">
              <a:avLst/>
            </a:prstGeom>
            <a:ln w="28575">
              <a:solidFill>
                <a:srgbClr val="7030A0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Ellipse 83"/>
            <p:cNvSpPr/>
            <p:nvPr/>
          </p:nvSpPr>
          <p:spPr>
            <a:xfrm>
              <a:off x="2948053" y="3247426"/>
              <a:ext cx="344948" cy="35526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ZoneTexte 90"/>
            <p:cNvSpPr txBox="1"/>
            <p:nvPr/>
          </p:nvSpPr>
          <p:spPr>
            <a:xfrm>
              <a:off x="2828788" y="3589445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880587" y="2954458"/>
            <a:ext cx="1720270" cy="908294"/>
            <a:chOff x="880587" y="2954458"/>
            <a:chExt cx="1720270" cy="908294"/>
          </a:xfrm>
        </p:grpSpPr>
        <p:sp>
          <p:nvSpPr>
            <p:cNvPr id="75" name="Rectangle 74"/>
            <p:cNvSpPr/>
            <p:nvPr/>
          </p:nvSpPr>
          <p:spPr>
            <a:xfrm>
              <a:off x="970599" y="3248976"/>
              <a:ext cx="720096" cy="352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6" name="Connecteur droit 75"/>
            <p:cNvCxnSpPr/>
            <p:nvPr/>
          </p:nvCxnSpPr>
          <p:spPr>
            <a:xfrm flipV="1">
              <a:off x="1332525" y="3608960"/>
              <a:ext cx="0" cy="22334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/>
            <p:cNvCxnSpPr/>
            <p:nvPr/>
          </p:nvCxnSpPr>
          <p:spPr>
            <a:xfrm>
              <a:off x="2410791" y="2976550"/>
              <a:ext cx="0" cy="45362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ZoneTexte 77"/>
                <p:cNvSpPr txBox="1"/>
                <p:nvPr/>
              </p:nvSpPr>
              <p:spPr>
                <a:xfrm>
                  <a:off x="1166621" y="2954458"/>
                  <a:ext cx="3859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8" name="ZoneTexte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621" y="2954458"/>
                  <a:ext cx="385939" cy="27699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ZoneTexte 84"/>
            <p:cNvSpPr txBox="1"/>
            <p:nvPr/>
          </p:nvSpPr>
          <p:spPr>
            <a:xfrm>
              <a:off x="956446" y="3601142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(1)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88" name="ZoneTexte 87"/>
            <p:cNvSpPr txBox="1"/>
            <p:nvPr/>
          </p:nvSpPr>
          <p:spPr>
            <a:xfrm>
              <a:off x="2050663" y="3027626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(2)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90" name="Connecteur droit 89"/>
            <p:cNvCxnSpPr/>
            <p:nvPr/>
          </p:nvCxnSpPr>
          <p:spPr>
            <a:xfrm flipH="1">
              <a:off x="880587" y="3422662"/>
              <a:ext cx="1530204" cy="394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ZoneTexte 91"/>
                <p:cNvSpPr txBox="1"/>
                <p:nvPr/>
              </p:nvSpPr>
              <p:spPr>
                <a:xfrm>
                  <a:off x="2211327" y="3416996"/>
                  <a:ext cx="38953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i="1" smtClean="0">
                                <a:latin typeface="Cambria Math"/>
                              </a:rPr>
                              <m:t>𝑂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2" name="ZoneTexte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1327" y="3416996"/>
                  <a:ext cx="389530" cy="27699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Connecteur droit 94"/>
          <p:cNvCxnSpPr/>
          <p:nvPr/>
        </p:nvCxnSpPr>
        <p:spPr>
          <a:xfrm flipV="1">
            <a:off x="5994410" y="3678606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/>
          <p:cNvCxnSpPr/>
          <p:nvPr/>
        </p:nvCxnSpPr>
        <p:spPr>
          <a:xfrm flipV="1">
            <a:off x="5994450" y="3017213"/>
            <a:ext cx="343940" cy="391357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lipse 96"/>
          <p:cNvSpPr/>
          <p:nvPr/>
        </p:nvSpPr>
        <p:spPr>
          <a:xfrm>
            <a:off x="5814385" y="3228546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98" name="ZoneTexte 97"/>
          <p:cNvSpPr txBox="1"/>
          <p:nvPr/>
        </p:nvSpPr>
        <p:spPr>
          <a:xfrm>
            <a:off x="6040473" y="367422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ZoneTexte 98"/>
              <p:cNvSpPr txBox="1"/>
              <p:nvPr/>
            </p:nvSpPr>
            <p:spPr>
              <a:xfrm>
                <a:off x="6163475" y="3159144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9" name="ZoneTexte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475" y="3159144"/>
                <a:ext cx="327910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070618" y="2757766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3" name="Arc 102"/>
          <p:cNvSpPr/>
          <p:nvPr/>
        </p:nvSpPr>
        <p:spPr>
          <a:xfrm>
            <a:off x="5738215" y="3159144"/>
            <a:ext cx="512467" cy="512467"/>
          </a:xfrm>
          <a:prstGeom prst="arc">
            <a:avLst>
              <a:gd name="adj1" fmla="val 21514046"/>
              <a:gd name="adj2" fmla="val 16197875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4313864" y="2584005"/>
            <a:ext cx="771475" cy="1127940"/>
            <a:chOff x="4313864" y="2584005"/>
            <a:chExt cx="771475" cy="1127940"/>
          </a:xfrm>
        </p:grpSpPr>
        <p:cxnSp>
          <p:nvCxnSpPr>
            <p:cNvPr id="107" name="Connecteur droit 106"/>
            <p:cNvCxnSpPr>
              <a:endCxn id="109" idx="4"/>
            </p:cNvCxnSpPr>
            <p:nvPr/>
          </p:nvCxnSpPr>
          <p:spPr>
            <a:xfrm flipV="1">
              <a:off x="4577404" y="3416996"/>
              <a:ext cx="0" cy="28673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/>
            <p:cNvCxnSpPr/>
            <p:nvPr/>
          </p:nvCxnSpPr>
          <p:spPr>
            <a:xfrm flipV="1">
              <a:off x="4577404" y="2584005"/>
              <a:ext cx="0" cy="484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Ellipse 108"/>
            <p:cNvSpPr/>
            <p:nvPr/>
          </p:nvSpPr>
          <p:spPr>
            <a:xfrm>
              <a:off x="4397379" y="3056948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sp>
          <p:nvSpPr>
            <p:cNvPr id="110" name="ZoneTexte 109"/>
            <p:cNvSpPr txBox="1"/>
            <p:nvPr/>
          </p:nvSpPr>
          <p:spPr>
            <a:xfrm>
              <a:off x="4630401" y="3450335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cxnSp>
          <p:nvCxnSpPr>
            <p:cNvPr id="111" name="Connecteur droit 110"/>
            <p:cNvCxnSpPr/>
            <p:nvPr/>
          </p:nvCxnSpPr>
          <p:spPr>
            <a:xfrm flipH="1">
              <a:off x="4313864" y="3431478"/>
              <a:ext cx="527081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ZoneTexte 111"/>
                <p:cNvSpPr txBox="1"/>
                <p:nvPr/>
              </p:nvSpPr>
              <p:spPr>
                <a:xfrm>
                  <a:off x="4757429" y="3078856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12" name="ZoneTexte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7429" y="3078856"/>
                  <a:ext cx="327910" cy="27699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ZoneTexte 115"/>
            <p:cNvSpPr txBox="1"/>
            <p:nvPr/>
          </p:nvSpPr>
          <p:spPr>
            <a:xfrm>
              <a:off x="4577443" y="2584005"/>
              <a:ext cx="360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80" name="Groupe 79"/>
          <p:cNvGrpSpPr/>
          <p:nvPr/>
        </p:nvGrpSpPr>
        <p:grpSpPr>
          <a:xfrm>
            <a:off x="7465122" y="2901642"/>
            <a:ext cx="1091678" cy="1020284"/>
            <a:chOff x="5290143" y="3583892"/>
            <a:chExt cx="1206886" cy="1127958"/>
          </a:xfrm>
        </p:grpSpPr>
        <p:sp>
          <p:nvSpPr>
            <p:cNvPr id="86" name="ZoneTexte 85"/>
            <p:cNvSpPr txBox="1"/>
            <p:nvPr/>
          </p:nvSpPr>
          <p:spPr>
            <a:xfrm>
              <a:off x="5818639" y="4360681"/>
              <a:ext cx="678390" cy="280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rgbClr val="7030A0"/>
                  </a:solidFill>
                </a:rPr>
                <a:t>(1)</a:t>
              </a:r>
              <a:endParaRPr lang="fr-FR" sz="1400" dirty="0">
                <a:solidFill>
                  <a:srgbClr val="7030A0"/>
                </a:solidFill>
              </a:endParaRPr>
            </a:p>
          </p:txBody>
        </p:sp>
        <p:sp>
          <p:nvSpPr>
            <p:cNvPr id="93" name="ZoneTexte 92"/>
            <p:cNvSpPr txBox="1"/>
            <p:nvPr/>
          </p:nvSpPr>
          <p:spPr>
            <a:xfrm>
              <a:off x="5988286" y="3650595"/>
              <a:ext cx="508743" cy="280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 smtClean="0">
                  <a:solidFill>
                    <a:schemeClr val="accent3">
                      <a:lumMod val="50000"/>
                    </a:schemeClr>
                  </a:solidFill>
                </a:rPr>
                <a:t>(2)</a:t>
              </a:r>
              <a:endParaRPr lang="fr-FR" sz="14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290143" y="3951435"/>
              <a:ext cx="713675" cy="38597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" name="Ellipse 103"/>
            <p:cNvSpPr/>
            <p:nvPr/>
          </p:nvSpPr>
          <p:spPr>
            <a:xfrm>
              <a:off x="5466955" y="3971328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cxnSp>
          <p:nvCxnSpPr>
            <p:cNvPr id="105" name="Connecteur droit 104"/>
            <p:cNvCxnSpPr/>
            <p:nvPr/>
          </p:nvCxnSpPr>
          <p:spPr>
            <a:xfrm flipV="1">
              <a:off x="5776731" y="3618528"/>
              <a:ext cx="343940" cy="391357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/>
            <p:cNvCxnSpPr/>
            <p:nvPr/>
          </p:nvCxnSpPr>
          <p:spPr>
            <a:xfrm flipV="1">
              <a:off x="5646980" y="4335100"/>
              <a:ext cx="0" cy="37675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ZoneTexte 113"/>
                <p:cNvSpPr txBox="1"/>
                <p:nvPr/>
              </p:nvSpPr>
              <p:spPr>
                <a:xfrm>
                  <a:off x="5431697" y="3583892"/>
                  <a:ext cx="3279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 smtClean="0">
                            <a:latin typeface="Cambria Math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697" y="3583892"/>
                  <a:ext cx="327910" cy="276999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e 12"/>
          <p:cNvGrpSpPr/>
          <p:nvPr/>
        </p:nvGrpSpPr>
        <p:grpSpPr>
          <a:xfrm>
            <a:off x="4397539" y="3678606"/>
            <a:ext cx="359968" cy="148760"/>
            <a:chOff x="1344635" y="4134565"/>
            <a:chExt cx="359968" cy="148760"/>
          </a:xfrm>
        </p:grpSpPr>
        <p:sp>
          <p:nvSpPr>
            <p:cNvPr id="6" name="Rectangle 5"/>
            <p:cNvSpPr/>
            <p:nvPr/>
          </p:nvSpPr>
          <p:spPr>
            <a:xfrm>
              <a:off x="1344635" y="4134565"/>
              <a:ext cx="359968" cy="148760"/>
            </a:xfrm>
            <a:prstGeom prst="rect">
              <a:avLst/>
            </a:prstGeom>
            <a:pattFill prst="ltUpDiag">
              <a:fgClr>
                <a:srgbClr val="7030A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4" name="Connecteur droit 93"/>
            <p:cNvCxnSpPr/>
            <p:nvPr/>
          </p:nvCxnSpPr>
          <p:spPr>
            <a:xfrm>
              <a:off x="1344635" y="4145658"/>
              <a:ext cx="359968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e 105"/>
          <p:cNvGrpSpPr/>
          <p:nvPr/>
        </p:nvGrpSpPr>
        <p:grpSpPr>
          <a:xfrm>
            <a:off x="4344226" y="4689168"/>
            <a:ext cx="359968" cy="300589"/>
            <a:chOff x="1639793" y="4357315"/>
            <a:chExt cx="359968" cy="300589"/>
          </a:xfrm>
        </p:grpSpPr>
        <p:grpSp>
          <p:nvGrpSpPr>
            <p:cNvPr id="115" name="Groupe 114"/>
            <p:cNvGrpSpPr/>
            <p:nvPr/>
          </p:nvGrpSpPr>
          <p:grpSpPr>
            <a:xfrm>
              <a:off x="1639793" y="4509144"/>
              <a:ext cx="359968" cy="148760"/>
              <a:chOff x="1344635" y="4134565"/>
              <a:chExt cx="359968" cy="148760"/>
            </a:xfrm>
          </p:grpSpPr>
          <p:sp>
            <p:nvSpPr>
              <p:cNvPr id="118" name="Rectangle 117"/>
              <p:cNvSpPr/>
              <p:nvPr/>
            </p:nvSpPr>
            <p:spPr>
              <a:xfrm>
                <a:off x="1344635" y="4134565"/>
                <a:ext cx="359968" cy="148760"/>
              </a:xfrm>
              <a:prstGeom prst="rect">
                <a:avLst/>
              </a:prstGeom>
              <a:pattFill prst="ltUpDiag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19" name="Connecteur droit 118"/>
              <p:cNvCxnSpPr/>
              <p:nvPr/>
            </p:nvCxnSpPr>
            <p:spPr>
              <a:xfrm>
                <a:off x="1344635" y="4145658"/>
                <a:ext cx="359968" cy="0"/>
              </a:xfrm>
              <a:prstGeom prst="line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7" name="Connecteur droit 116"/>
            <p:cNvCxnSpPr/>
            <p:nvPr/>
          </p:nvCxnSpPr>
          <p:spPr>
            <a:xfrm>
              <a:off x="1812079" y="4357315"/>
              <a:ext cx="0" cy="162922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e 119"/>
          <p:cNvGrpSpPr/>
          <p:nvPr/>
        </p:nvGrpSpPr>
        <p:grpSpPr>
          <a:xfrm>
            <a:off x="3678015" y="2284875"/>
            <a:ext cx="359968" cy="148760"/>
            <a:chOff x="1344635" y="4134565"/>
            <a:chExt cx="359968" cy="148760"/>
          </a:xfrm>
        </p:grpSpPr>
        <p:sp>
          <p:nvSpPr>
            <p:cNvPr id="121" name="Rectangle 120"/>
            <p:cNvSpPr/>
            <p:nvPr/>
          </p:nvSpPr>
          <p:spPr>
            <a:xfrm>
              <a:off x="1344635" y="4134565"/>
              <a:ext cx="359968" cy="148760"/>
            </a:xfrm>
            <a:prstGeom prst="rect">
              <a:avLst/>
            </a:prstGeom>
            <a:pattFill prst="ltUpDiag">
              <a:fgClr>
                <a:srgbClr val="7030A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2" name="Connecteur droit 121"/>
            <p:cNvCxnSpPr/>
            <p:nvPr/>
          </p:nvCxnSpPr>
          <p:spPr>
            <a:xfrm>
              <a:off x="1344635" y="4145658"/>
              <a:ext cx="359968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e 122"/>
          <p:cNvGrpSpPr/>
          <p:nvPr/>
        </p:nvGrpSpPr>
        <p:grpSpPr>
          <a:xfrm>
            <a:off x="5814385" y="3965343"/>
            <a:ext cx="359968" cy="148760"/>
            <a:chOff x="1344635" y="4134565"/>
            <a:chExt cx="359968" cy="148760"/>
          </a:xfrm>
        </p:grpSpPr>
        <p:sp>
          <p:nvSpPr>
            <p:cNvPr id="124" name="Rectangle 123"/>
            <p:cNvSpPr/>
            <p:nvPr/>
          </p:nvSpPr>
          <p:spPr>
            <a:xfrm>
              <a:off x="1344635" y="4134565"/>
              <a:ext cx="359968" cy="148760"/>
            </a:xfrm>
            <a:prstGeom prst="rect">
              <a:avLst/>
            </a:prstGeom>
            <a:pattFill prst="ltUpDiag">
              <a:fgClr>
                <a:srgbClr val="7030A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5" name="Connecteur droit 124"/>
            <p:cNvCxnSpPr/>
            <p:nvPr/>
          </p:nvCxnSpPr>
          <p:spPr>
            <a:xfrm>
              <a:off x="1344635" y="4145658"/>
              <a:ext cx="359968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675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llipse 133"/>
          <p:cNvSpPr/>
          <p:nvPr/>
        </p:nvSpPr>
        <p:spPr>
          <a:xfrm flipH="1" flipV="1">
            <a:off x="8807286" y="3620839"/>
            <a:ext cx="170580" cy="1705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95" name="Connecteur droit 94"/>
          <p:cNvCxnSpPr/>
          <p:nvPr/>
        </p:nvCxnSpPr>
        <p:spPr>
          <a:xfrm flipV="1">
            <a:off x="5994410" y="3678606"/>
            <a:ext cx="0" cy="2867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lipse 96"/>
          <p:cNvSpPr/>
          <p:nvPr/>
        </p:nvSpPr>
        <p:spPr>
          <a:xfrm>
            <a:off x="5814385" y="3228546"/>
            <a:ext cx="360050" cy="3600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98" name="ZoneTexte 97"/>
          <p:cNvSpPr txBox="1"/>
          <p:nvPr/>
        </p:nvSpPr>
        <p:spPr>
          <a:xfrm>
            <a:off x="5814385" y="3965343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(1)</a:t>
            </a:r>
            <a:endParaRPr lang="fr-FR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ZoneTexte 98"/>
              <p:cNvSpPr txBox="1"/>
              <p:nvPr/>
            </p:nvSpPr>
            <p:spPr>
              <a:xfrm>
                <a:off x="5814878" y="2901642"/>
                <a:ext cx="3402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99" name="ZoneTexte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878" y="2901642"/>
                <a:ext cx="340285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642276" y="3146960"/>
            <a:ext cx="360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chemeClr val="accent3">
                    <a:lumMod val="50000"/>
                  </a:schemeClr>
                </a:solidFill>
              </a:rPr>
              <a:t>(2)</a:t>
            </a:r>
            <a:endParaRPr lang="fr-FR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3" name="Arc 102"/>
          <p:cNvSpPr/>
          <p:nvPr/>
        </p:nvSpPr>
        <p:spPr>
          <a:xfrm>
            <a:off x="5738215" y="3159144"/>
            <a:ext cx="512467" cy="512467"/>
          </a:xfrm>
          <a:prstGeom prst="arc">
            <a:avLst>
              <a:gd name="adj1" fmla="val 914488"/>
              <a:gd name="adj2" fmla="val 9600803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0" name="Groupe 79"/>
          <p:cNvGrpSpPr/>
          <p:nvPr/>
        </p:nvGrpSpPr>
        <p:grpSpPr>
          <a:xfrm>
            <a:off x="6174434" y="3234098"/>
            <a:ext cx="1936235" cy="731243"/>
            <a:chOff x="3863246" y="3951435"/>
            <a:chExt cx="2140572" cy="808414"/>
          </a:xfrm>
        </p:grpSpPr>
        <p:sp>
          <p:nvSpPr>
            <p:cNvPr id="101" name="Rectangle 100"/>
            <p:cNvSpPr/>
            <p:nvPr/>
          </p:nvSpPr>
          <p:spPr>
            <a:xfrm>
              <a:off x="5290143" y="3951435"/>
              <a:ext cx="713675" cy="38597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5" name="Connecteur droit 104"/>
            <p:cNvCxnSpPr>
              <a:stCxn id="104" idx="2"/>
              <a:endCxn id="97" idx="6"/>
            </p:cNvCxnSpPr>
            <p:nvPr/>
          </p:nvCxnSpPr>
          <p:spPr>
            <a:xfrm flipH="1" flipV="1">
              <a:off x="3863246" y="4144318"/>
              <a:ext cx="1603709" cy="7035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/>
            <p:cNvCxnSpPr/>
            <p:nvPr/>
          </p:nvCxnSpPr>
          <p:spPr>
            <a:xfrm flipV="1">
              <a:off x="5646980" y="4335100"/>
              <a:ext cx="0" cy="42474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Ellipse 103"/>
            <p:cNvSpPr/>
            <p:nvPr/>
          </p:nvSpPr>
          <p:spPr>
            <a:xfrm>
              <a:off x="5466955" y="3971328"/>
              <a:ext cx="360050" cy="3600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6725960" y="3970751"/>
            <a:ext cx="359968" cy="300589"/>
            <a:chOff x="1639793" y="4357315"/>
            <a:chExt cx="359968" cy="300589"/>
          </a:xfrm>
        </p:grpSpPr>
        <p:grpSp>
          <p:nvGrpSpPr>
            <p:cNvPr id="13" name="Groupe 12"/>
            <p:cNvGrpSpPr/>
            <p:nvPr/>
          </p:nvGrpSpPr>
          <p:grpSpPr>
            <a:xfrm>
              <a:off x="1639793" y="4509144"/>
              <a:ext cx="359968" cy="148760"/>
              <a:chOff x="1344635" y="4134565"/>
              <a:chExt cx="359968" cy="1487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344635" y="4134565"/>
                <a:ext cx="359968" cy="148760"/>
              </a:xfrm>
              <a:prstGeom prst="rect">
                <a:avLst/>
              </a:prstGeom>
              <a:pattFill prst="lt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94" name="Connecteur droit 93"/>
              <p:cNvCxnSpPr/>
              <p:nvPr/>
            </p:nvCxnSpPr>
            <p:spPr>
              <a:xfrm>
                <a:off x="1344635" y="4145658"/>
                <a:ext cx="359968" cy="0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Connecteur droit 99"/>
            <p:cNvCxnSpPr/>
            <p:nvPr/>
          </p:nvCxnSpPr>
          <p:spPr>
            <a:xfrm>
              <a:off x="1812079" y="4357315"/>
              <a:ext cx="0" cy="162922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6" name="Connecteur droit 105"/>
          <p:cNvCxnSpPr/>
          <p:nvPr/>
        </p:nvCxnSpPr>
        <p:spPr>
          <a:xfrm flipH="1">
            <a:off x="5292096" y="3408571"/>
            <a:ext cx="52229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/>
          <p:cNvCxnSpPr>
            <a:stCxn id="98" idx="0"/>
          </p:cNvCxnSpPr>
          <p:nvPr/>
        </p:nvCxnSpPr>
        <p:spPr>
          <a:xfrm>
            <a:off x="5994449" y="3965343"/>
            <a:ext cx="179344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/>
          <p:cNvCxnSpPr/>
          <p:nvPr/>
        </p:nvCxnSpPr>
        <p:spPr>
          <a:xfrm flipH="1">
            <a:off x="7946846" y="3408570"/>
            <a:ext cx="94573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ZoneTexte 117"/>
              <p:cNvSpPr txBox="1"/>
              <p:nvPr/>
            </p:nvSpPr>
            <p:spPr>
              <a:xfrm>
                <a:off x="7613808" y="2920769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18" name="ZoneTexte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808" y="2920769"/>
                <a:ext cx="34817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Connecteur droit 118"/>
          <p:cNvCxnSpPr/>
          <p:nvPr/>
        </p:nvCxnSpPr>
        <p:spPr>
          <a:xfrm>
            <a:off x="5292096" y="2708904"/>
            <a:ext cx="0" cy="138724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 flipH="1">
            <a:off x="8892576" y="3146960"/>
            <a:ext cx="1" cy="52465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 flipH="1" flipV="1">
            <a:off x="5118494" y="2683175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 flipV="1">
            <a:off x="5028482" y="2683175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 flipH="1" flipV="1">
            <a:off x="5296307" y="2683174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/>
          <p:cNvCxnSpPr/>
          <p:nvPr/>
        </p:nvCxnSpPr>
        <p:spPr>
          <a:xfrm flipV="1">
            <a:off x="5206295" y="2683174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 flipH="1" flipV="1">
            <a:off x="5482293" y="2683173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 flipV="1">
            <a:off x="5392281" y="2683173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 flipH="1" flipV="1">
            <a:off x="5018309" y="4038664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V="1">
            <a:off x="5482253" y="4038664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/>
          <p:cNvCxnSpPr/>
          <p:nvPr/>
        </p:nvCxnSpPr>
        <p:spPr>
          <a:xfrm flipH="1" flipV="1">
            <a:off x="5196122" y="4038663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/>
          <p:cNvCxnSpPr/>
          <p:nvPr/>
        </p:nvCxnSpPr>
        <p:spPr>
          <a:xfrm flipV="1">
            <a:off x="5106110" y="4038663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130"/>
          <p:cNvCxnSpPr/>
          <p:nvPr/>
        </p:nvCxnSpPr>
        <p:spPr>
          <a:xfrm flipH="1" flipV="1">
            <a:off x="5382108" y="4038662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/>
          <p:cNvCxnSpPr/>
          <p:nvPr/>
        </p:nvCxnSpPr>
        <p:spPr>
          <a:xfrm flipV="1">
            <a:off x="5292096" y="4038662"/>
            <a:ext cx="90012" cy="771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lipse 132"/>
          <p:cNvSpPr/>
          <p:nvPr/>
        </p:nvSpPr>
        <p:spPr>
          <a:xfrm flipH="1" flipV="1">
            <a:off x="8869716" y="3683269"/>
            <a:ext cx="45720" cy="4572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cxnSp>
        <p:nvCxnSpPr>
          <p:cNvPr id="136" name="Connecteur droit 135"/>
          <p:cNvCxnSpPr/>
          <p:nvPr/>
        </p:nvCxnSpPr>
        <p:spPr>
          <a:xfrm flipH="1">
            <a:off x="8560152" y="3706129"/>
            <a:ext cx="332426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ZoneTexte 136"/>
              <p:cNvSpPr txBox="1"/>
              <p:nvPr/>
            </p:nvSpPr>
            <p:spPr>
              <a:xfrm>
                <a:off x="8467001" y="3802907"/>
                <a:ext cx="421333" cy="335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37" name="ZoneTexte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001" y="3802907"/>
                <a:ext cx="421333" cy="33534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ZoneTexte 137"/>
              <p:cNvSpPr txBox="1"/>
              <p:nvPr/>
            </p:nvSpPr>
            <p:spPr>
              <a:xfrm>
                <a:off x="8831416" y="3781885"/>
                <a:ext cx="395621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38" name="ZoneTexte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416" y="3781885"/>
                <a:ext cx="395621" cy="33393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Ellipse 138"/>
          <p:cNvSpPr/>
          <p:nvPr/>
        </p:nvSpPr>
        <p:spPr>
          <a:xfrm flipH="1" flipV="1">
            <a:off x="5206806" y="2597885"/>
            <a:ext cx="170580" cy="1705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p:sp>
        <p:nvSpPr>
          <p:cNvPr id="140" name="Ellipse 139"/>
          <p:cNvSpPr/>
          <p:nvPr/>
        </p:nvSpPr>
        <p:spPr>
          <a:xfrm flipH="1" flipV="1">
            <a:off x="5269236" y="2660313"/>
            <a:ext cx="45719" cy="4571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ZoneTexte 140"/>
              <p:cNvSpPr txBox="1"/>
              <p:nvPr/>
            </p:nvSpPr>
            <p:spPr>
              <a:xfrm>
                <a:off x="5439856" y="2349237"/>
                <a:ext cx="336118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1" name="ZoneTexte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56" y="2349237"/>
                <a:ext cx="336118" cy="33393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Connecteur droit 141"/>
          <p:cNvCxnSpPr/>
          <p:nvPr/>
        </p:nvCxnSpPr>
        <p:spPr>
          <a:xfrm>
            <a:off x="5286134" y="4509144"/>
            <a:ext cx="708315" cy="0"/>
          </a:xfrm>
          <a:prstGeom prst="line">
            <a:avLst/>
          </a:prstGeom>
          <a:ln w="12700">
            <a:solidFill>
              <a:srgbClr val="7030A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/>
          <p:nvPr/>
        </p:nvCxnSpPr>
        <p:spPr>
          <a:xfrm>
            <a:off x="6012192" y="4509144"/>
            <a:ext cx="1775702" cy="0"/>
          </a:xfrm>
          <a:prstGeom prst="line">
            <a:avLst/>
          </a:prstGeom>
          <a:ln w="12700">
            <a:solidFill>
              <a:srgbClr val="7030A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7787894" y="4506972"/>
            <a:ext cx="1104682" cy="0"/>
          </a:xfrm>
          <a:prstGeom prst="line">
            <a:avLst/>
          </a:prstGeom>
          <a:ln w="12700">
            <a:solidFill>
              <a:srgbClr val="7030A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ZoneTexte 145"/>
          <p:cNvSpPr txBox="1"/>
          <p:nvPr/>
        </p:nvSpPr>
        <p:spPr>
          <a:xfrm>
            <a:off x="5314954" y="4250366"/>
            <a:ext cx="6972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140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147" name="ZoneTexte 146"/>
          <p:cNvSpPr txBox="1"/>
          <p:nvPr/>
        </p:nvSpPr>
        <p:spPr>
          <a:xfrm>
            <a:off x="6023993" y="4250366"/>
            <a:ext cx="17639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250</a:t>
            </a:r>
            <a:endParaRPr lang="fr-FR" sz="1400" dirty="0">
              <a:solidFill>
                <a:srgbClr val="7030A0"/>
              </a:solidFill>
            </a:endParaRPr>
          </a:p>
        </p:txBody>
      </p:sp>
      <p:sp>
        <p:nvSpPr>
          <p:cNvPr id="148" name="ZoneTexte 147"/>
          <p:cNvSpPr txBox="1"/>
          <p:nvPr/>
        </p:nvSpPr>
        <p:spPr>
          <a:xfrm>
            <a:off x="7812432" y="4255228"/>
            <a:ext cx="10572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 smtClean="0">
                <a:solidFill>
                  <a:srgbClr val="7030A0"/>
                </a:solidFill>
              </a:rPr>
              <a:t>150</a:t>
            </a:r>
            <a:endParaRPr lang="fr-FR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216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2404715" y="3248976"/>
            <a:ext cx="720096" cy="2340312"/>
            <a:chOff x="1061532" y="2528880"/>
            <a:chExt cx="720096" cy="2340312"/>
          </a:xfrm>
        </p:grpSpPr>
        <p:sp>
          <p:nvSpPr>
            <p:cNvPr id="4" name="Rectangle 3"/>
            <p:cNvSpPr/>
            <p:nvPr/>
          </p:nvSpPr>
          <p:spPr>
            <a:xfrm>
              <a:off x="1061532" y="2528880"/>
              <a:ext cx="720096" cy="352166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" name="Connecteur droit 4"/>
            <p:cNvCxnSpPr/>
            <p:nvPr/>
          </p:nvCxnSpPr>
          <p:spPr>
            <a:xfrm flipV="1">
              <a:off x="1423458" y="2888864"/>
              <a:ext cx="0" cy="1980328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e 6"/>
          <p:cNvGrpSpPr/>
          <p:nvPr/>
        </p:nvGrpSpPr>
        <p:grpSpPr>
          <a:xfrm>
            <a:off x="2224691" y="3242051"/>
            <a:ext cx="1620217" cy="366909"/>
            <a:chOff x="881508" y="2521955"/>
            <a:chExt cx="1620217" cy="366909"/>
          </a:xfrm>
        </p:grpSpPr>
        <p:cxnSp>
          <p:nvCxnSpPr>
            <p:cNvPr id="9" name="Connecteur droit 8"/>
            <p:cNvCxnSpPr/>
            <p:nvPr/>
          </p:nvCxnSpPr>
          <p:spPr>
            <a:xfrm flipH="1">
              <a:off x="881508" y="2702566"/>
              <a:ext cx="1620217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/>
            <p:cNvCxnSpPr/>
            <p:nvPr/>
          </p:nvCxnSpPr>
          <p:spPr>
            <a:xfrm>
              <a:off x="1871640" y="2528880"/>
              <a:ext cx="0" cy="35216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/>
          </p:nvCxnSpPr>
          <p:spPr>
            <a:xfrm>
              <a:off x="962562" y="2521955"/>
              <a:ext cx="0" cy="36690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Connecteur droit 12"/>
          <p:cNvCxnSpPr/>
          <p:nvPr/>
        </p:nvCxnSpPr>
        <p:spPr>
          <a:xfrm>
            <a:off x="3844908" y="1978882"/>
            <a:ext cx="0" cy="288038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rot="16200000">
            <a:off x="3844908" y="4683183"/>
            <a:ext cx="0" cy="35216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3844908" y="548616"/>
            <a:ext cx="0" cy="14302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3668826" y="548616"/>
            <a:ext cx="35216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3844910" y="1263749"/>
            <a:ext cx="162721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e 29"/>
          <p:cNvGrpSpPr/>
          <p:nvPr/>
        </p:nvGrpSpPr>
        <p:grpSpPr>
          <a:xfrm>
            <a:off x="4572000" y="1088688"/>
            <a:ext cx="720096" cy="4500600"/>
            <a:chOff x="1061532" y="2528880"/>
            <a:chExt cx="720096" cy="4500600"/>
          </a:xfrm>
        </p:grpSpPr>
        <p:sp>
          <p:nvSpPr>
            <p:cNvPr id="31" name="Rectangle 30"/>
            <p:cNvSpPr/>
            <p:nvPr/>
          </p:nvSpPr>
          <p:spPr>
            <a:xfrm>
              <a:off x="1061532" y="2528880"/>
              <a:ext cx="720096" cy="352166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2" name="Connecteur droit 31"/>
            <p:cNvCxnSpPr/>
            <p:nvPr/>
          </p:nvCxnSpPr>
          <p:spPr>
            <a:xfrm flipV="1">
              <a:off x="1423458" y="2888864"/>
              <a:ext cx="0" cy="414061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necteur droit 16"/>
          <p:cNvCxnSpPr/>
          <p:nvPr/>
        </p:nvCxnSpPr>
        <p:spPr>
          <a:xfrm rot="16200000">
            <a:off x="3837753" y="1802799"/>
            <a:ext cx="0" cy="35216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4481988" y="1088688"/>
            <a:ext cx="0" cy="35998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5382108" y="1083757"/>
            <a:ext cx="0" cy="35998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2764763" y="5589288"/>
            <a:ext cx="2167285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e 41"/>
          <p:cNvGrpSpPr/>
          <p:nvPr/>
        </p:nvGrpSpPr>
        <p:grpSpPr>
          <a:xfrm>
            <a:off x="3677680" y="5589288"/>
            <a:ext cx="359968" cy="300589"/>
            <a:chOff x="1639793" y="4357315"/>
            <a:chExt cx="359968" cy="300589"/>
          </a:xfrm>
        </p:grpSpPr>
        <p:grpSp>
          <p:nvGrpSpPr>
            <p:cNvPr id="43" name="Groupe 42"/>
            <p:cNvGrpSpPr/>
            <p:nvPr/>
          </p:nvGrpSpPr>
          <p:grpSpPr>
            <a:xfrm>
              <a:off x="1639793" y="4509144"/>
              <a:ext cx="359968" cy="148760"/>
              <a:chOff x="1344635" y="4134565"/>
              <a:chExt cx="359968" cy="148760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1344635" y="4134565"/>
                <a:ext cx="359968" cy="148760"/>
              </a:xfrm>
              <a:prstGeom prst="rect">
                <a:avLst/>
              </a:prstGeom>
              <a:pattFill prst="ltUpDiag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46" name="Connecteur droit 45"/>
              <p:cNvCxnSpPr/>
              <p:nvPr/>
            </p:nvCxnSpPr>
            <p:spPr>
              <a:xfrm>
                <a:off x="1344635" y="4145658"/>
                <a:ext cx="359968" cy="0"/>
              </a:xfrm>
              <a:prstGeom prst="line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Connecteur droit 43"/>
            <p:cNvCxnSpPr/>
            <p:nvPr/>
          </p:nvCxnSpPr>
          <p:spPr>
            <a:xfrm>
              <a:off x="1812079" y="4357315"/>
              <a:ext cx="0" cy="162922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Ellipse 46"/>
          <p:cNvSpPr/>
          <p:nvPr/>
        </p:nvSpPr>
        <p:spPr>
          <a:xfrm>
            <a:off x="6012192" y="1978882"/>
            <a:ext cx="2880384" cy="288038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/>
          <p:cNvSpPr/>
          <p:nvPr/>
        </p:nvSpPr>
        <p:spPr>
          <a:xfrm>
            <a:off x="6732287" y="548616"/>
            <a:ext cx="1440193" cy="143026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/>
          <p:cNvGrpSpPr/>
          <p:nvPr/>
        </p:nvGrpSpPr>
        <p:grpSpPr>
          <a:xfrm>
            <a:off x="7272479" y="3599773"/>
            <a:ext cx="359968" cy="300589"/>
            <a:chOff x="1639793" y="4357315"/>
            <a:chExt cx="359968" cy="300589"/>
          </a:xfrm>
        </p:grpSpPr>
        <p:grpSp>
          <p:nvGrpSpPr>
            <p:cNvPr id="50" name="Groupe 49"/>
            <p:cNvGrpSpPr/>
            <p:nvPr/>
          </p:nvGrpSpPr>
          <p:grpSpPr>
            <a:xfrm>
              <a:off x="1639793" y="4509144"/>
              <a:ext cx="359968" cy="148760"/>
              <a:chOff x="1344635" y="4134565"/>
              <a:chExt cx="359968" cy="14876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1344635" y="4134565"/>
                <a:ext cx="359968" cy="148760"/>
              </a:xfrm>
              <a:prstGeom prst="rect">
                <a:avLst/>
              </a:prstGeom>
              <a:pattFill prst="ltUpDiag">
                <a:fgClr>
                  <a:schemeClr val="accent3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Connecteur droit 52"/>
              <p:cNvCxnSpPr/>
              <p:nvPr/>
            </p:nvCxnSpPr>
            <p:spPr>
              <a:xfrm>
                <a:off x="1344635" y="4145658"/>
                <a:ext cx="359968" cy="0"/>
              </a:xfrm>
              <a:prstGeom prst="line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Connecteur droit 50"/>
            <p:cNvCxnSpPr/>
            <p:nvPr/>
          </p:nvCxnSpPr>
          <p:spPr>
            <a:xfrm>
              <a:off x="1812079" y="4357315"/>
              <a:ext cx="0" cy="162922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Ellipse 53"/>
          <p:cNvSpPr/>
          <p:nvPr/>
        </p:nvSpPr>
        <p:spPr>
          <a:xfrm>
            <a:off x="7272399" y="1088689"/>
            <a:ext cx="360048" cy="359984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/>
          <p:cNvSpPr/>
          <p:nvPr/>
        </p:nvSpPr>
        <p:spPr>
          <a:xfrm>
            <a:off x="7263806" y="3248976"/>
            <a:ext cx="360048" cy="359984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1" name="Connecteur droit 60"/>
          <p:cNvCxnSpPr/>
          <p:nvPr/>
        </p:nvCxnSpPr>
        <p:spPr>
          <a:xfrm flipV="1">
            <a:off x="7092336" y="1263748"/>
            <a:ext cx="0" cy="216522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>
            <a:endCxn id="55" idx="2"/>
          </p:cNvCxnSpPr>
          <p:nvPr/>
        </p:nvCxnSpPr>
        <p:spPr>
          <a:xfrm flipV="1">
            <a:off x="7092336" y="3428968"/>
            <a:ext cx="171470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7092336" y="1268681"/>
            <a:ext cx="171470" cy="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091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ylindre 2"/>
          <p:cNvSpPr/>
          <p:nvPr/>
        </p:nvSpPr>
        <p:spPr>
          <a:xfrm rot="5400000">
            <a:off x="2591736" y="2258844"/>
            <a:ext cx="450060" cy="990132"/>
          </a:xfrm>
          <a:prstGeom prst="can">
            <a:avLst>
              <a:gd name="adj" fmla="val 4225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ylindre 3"/>
          <p:cNvSpPr/>
          <p:nvPr/>
        </p:nvSpPr>
        <p:spPr>
          <a:xfrm rot="5400000">
            <a:off x="2321700" y="2470062"/>
            <a:ext cx="2187912" cy="567696"/>
          </a:xfrm>
          <a:prstGeom prst="can">
            <a:avLst>
              <a:gd name="adj" fmla="val 4225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4211952" y="1659954"/>
            <a:ext cx="810108" cy="218791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c plein 7"/>
          <p:cNvSpPr/>
          <p:nvPr/>
        </p:nvSpPr>
        <p:spPr>
          <a:xfrm>
            <a:off x="4301964" y="1710012"/>
            <a:ext cx="630084" cy="2079036"/>
          </a:xfrm>
          <a:prstGeom prst="blockArc">
            <a:avLst>
              <a:gd name="adj1" fmla="val 15675307"/>
              <a:gd name="adj2" fmla="val 15931860"/>
              <a:gd name="adj3" fmla="val 847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Arc plein 11"/>
          <p:cNvSpPr/>
          <p:nvPr/>
        </p:nvSpPr>
        <p:spPr>
          <a:xfrm>
            <a:off x="4301964" y="1710012"/>
            <a:ext cx="630084" cy="2079036"/>
          </a:xfrm>
          <a:prstGeom prst="blockArc">
            <a:avLst>
              <a:gd name="adj1" fmla="val 15377142"/>
              <a:gd name="adj2" fmla="val 15610420"/>
              <a:gd name="adj3" fmla="val 732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Arc plein 14"/>
          <p:cNvSpPr/>
          <p:nvPr/>
        </p:nvSpPr>
        <p:spPr>
          <a:xfrm>
            <a:off x="4301964" y="1714392"/>
            <a:ext cx="630084" cy="2079036"/>
          </a:xfrm>
          <a:prstGeom prst="blockArc">
            <a:avLst>
              <a:gd name="adj1" fmla="val 15991912"/>
              <a:gd name="adj2" fmla="val 16220726"/>
              <a:gd name="adj3" fmla="val 78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/>
          <p:cNvSpPr/>
          <p:nvPr/>
        </p:nvSpPr>
        <p:spPr>
          <a:xfrm>
            <a:off x="4301964" y="1721524"/>
            <a:ext cx="630084" cy="2079036"/>
          </a:xfrm>
          <a:prstGeom prst="blockArc">
            <a:avLst>
              <a:gd name="adj1" fmla="val 15084365"/>
              <a:gd name="adj2" fmla="val 15297740"/>
              <a:gd name="adj3" fmla="val 65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 flipH="1" flipV="1">
            <a:off x="4513399" y="1828386"/>
            <a:ext cx="508661" cy="250434"/>
          </a:xfrm>
          <a:prstGeom prst="straightConnector1">
            <a:avLst/>
          </a:prstGeom>
          <a:ln>
            <a:tailEnd type="stealth" w="sm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4581766" y="1747243"/>
            <a:ext cx="508661" cy="250434"/>
          </a:xfrm>
          <a:prstGeom prst="straightConnector1">
            <a:avLst/>
          </a:prstGeom>
          <a:ln>
            <a:tailEnd type="stealth" w="sm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468631" y="1938710"/>
            <a:ext cx="508661" cy="250434"/>
          </a:xfrm>
          <a:prstGeom prst="straightConnector1">
            <a:avLst/>
          </a:prstGeom>
          <a:ln>
            <a:tailEnd type="stealth" w="sm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 flipV="1">
            <a:off x="4408862" y="2063927"/>
            <a:ext cx="508661" cy="250434"/>
          </a:xfrm>
          <a:prstGeom prst="straightConnector1">
            <a:avLst/>
          </a:prstGeom>
          <a:ln>
            <a:tailEnd type="stealth" w="sm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/>
              <p:cNvSpPr txBox="1"/>
              <p:nvPr/>
            </p:nvSpPr>
            <p:spPr>
              <a:xfrm>
                <a:off x="4992062" y="1771741"/>
                <a:ext cx="453714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062" y="1771741"/>
                <a:ext cx="453714" cy="3339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/>
              <p:cNvSpPr txBox="1"/>
              <p:nvPr/>
            </p:nvSpPr>
            <p:spPr>
              <a:xfrm>
                <a:off x="4842036" y="2105679"/>
                <a:ext cx="453714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36" y="2105679"/>
                <a:ext cx="453714" cy="33393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Ellipse 23"/>
          <p:cNvSpPr/>
          <p:nvPr/>
        </p:nvSpPr>
        <p:spPr>
          <a:xfrm>
            <a:off x="5568210" y="1692805"/>
            <a:ext cx="810108" cy="218791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c plein 26"/>
          <p:cNvSpPr/>
          <p:nvPr/>
        </p:nvSpPr>
        <p:spPr>
          <a:xfrm>
            <a:off x="5658222" y="1747243"/>
            <a:ext cx="630084" cy="2079036"/>
          </a:xfrm>
          <a:prstGeom prst="blockArc">
            <a:avLst>
              <a:gd name="adj1" fmla="val 15091146"/>
              <a:gd name="adj2" fmla="val 16220726"/>
              <a:gd name="adj3" fmla="val 78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32" name="Connecteur droit avec flèche 31"/>
          <p:cNvCxnSpPr/>
          <p:nvPr/>
        </p:nvCxnSpPr>
        <p:spPr>
          <a:xfrm flipH="1" flipV="1">
            <a:off x="5832168" y="1938710"/>
            <a:ext cx="508661" cy="250434"/>
          </a:xfrm>
          <a:prstGeom prst="straightConnector1">
            <a:avLst/>
          </a:prstGeom>
          <a:ln w="28575">
            <a:tailEnd type="stealth" w="med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/>
              <p:cNvSpPr txBox="1"/>
              <p:nvPr/>
            </p:nvSpPr>
            <p:spPr>
              <a:xfrm>
                <a:off x="6232904" y="2019580"/>
                <a:ext cx="343812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04" y="2019580"/>
                <a:ext cx="343812" cy="33393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18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21" y="2700621"/>
            <a:ext cx="1378264" cy="115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llipse 2"/>
          <p:cNvSpPr/>
          <p:nvPr/>
        </p:nvSpPr>
        <p:spPr>
          <a:xfrm>
            <a:off x="2795454" y="2798916"/>
            <a:ext cx="917374" cy="917374"/>
          </a:xfrm>
          <a:prstGeom prst="ellipse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3248819" y="2275439"/>
            <a:ext cx="0" cy="1800000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2430440" y="3253039"/>
            <a:ext cx="1800240" cy="0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038359" y="2972735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359" y="2972735"/>
                <a:ext cx="306366" cy="276999"/>
              </a:xfrm>
              <a:prstGeom prst="rect">
                <a:avLst/>
              </a:prstGeom>
              <a:blipFill rotWithShape="1">
                <a:blip r:embed="rId3"/>
                <a:stretch>
                  <a:fillRect t="-2222" r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248175" y="2136939"/>
                <a:ext cx="3091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175" y="2136939"/>
                <a:ext cx="309124" cy="276999"/>
              </a:xfrm>
              <a:prstGeom prst="rect">
                <a:avLst/>
              </a:prstGeom>
              <a:blipFill rotWithShape="1">
                <a:blip r:embed="rId4"/>
                <a:stretch>
                  <a:fillRect t="-2222" r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/>
          <p:cNvCxnSpPr/>
          <p:nvPr/>
        </p:nvCxnSpPr>
        <p:spPr>
          <a:xfrm>
            <a:off x="1660653" y="3276471"/>
            <a:ext cx="841071" cy="369765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 flipV="1">
            <a:off x="1660653" y="2438868"/>
            <a:ext cx="300999" cy="837604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 flipH="1">
            <a:off x="1007552" y="3276472"/>
            <a:ext cx="653102" cy="422564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701484" y="3699036"/>
                <a:ext cx="3463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84" y="3699036"/>
                <a:ext cx="346377" cy="338554"/>
              </a:xfrm>
              <a:prstGeom prst="rect">
                <a:avLst/>
              </a:prstGeom>
              <a:blipFill rotWithShape="1">
                <a:blip r:embed="rId5"/>
                <a:stretch>
                  <a:fillRect t="-14545" r="-210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423259" y="3602260"/>
                <a:ext cx="3500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259" y="3602260"/>
                <a:ext cx="350096" cy="338554"/>
              </a:xfrm>
              <a:prstGeom prst="rect">
                <a:avLst/>
              </a:prstGeom>
              <a:blipFill rotWithShape="1">
                <a:blip r:embed="rId6"/>
                <a:stretch>
                  <a:fillRect t="-14545" r="-19298" b="-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>
                <a:off x="1999689" y="2362067"/>
                <a:ext cx="3340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689" y="2362067"/>
                <a:ext cx="334066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14286" r="-218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lipse 41"/>
          <p:cNvSpPr/>
          <p:nvPr/>
        </p:nvSpPr>
        <p:spPr>
          <a:xfrm>
            <a:off x="2566366" y="2565264"/>
            <a:ext cx="1375550" cy="1375550"/>
          </a:xfrm>
          <a:prstGeom prst="ellipse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6" name="Connecteur droit avec flèche 55"/>
          <p:cNvCxnSpPr>
            <a:endCxn id="42" idx="7"/>
          </p:cNvCxnSpPr>
          <p:nvPr/>
        </p:nvCxnSpPr>
        <p:spPr>
          <a:xfrm flipV="1">
            <a:off x="3254141" y="2766709"/>
            <a:ext cx="486330" cy="483025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/>
          <p:nvPr/>
        </p:nvCxnSpPr>
        <p:spPr>
          <a:xfrm flipV="1">
            <a:off x="3248175" y="2700621"/>
            <a:ext cx="423705" cy="549113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Arc 1045"/>
          <p:cNvSpPr/>
          <p:nvPr/>
        </p:nvSpPr>
        <p:spPr>
          <a:xfrm>
            <a:off x="2712466" y="2717330"/>
            <a:ext cx="1071418" cy="1071418"/>
          </a:xfrm>
          <a:prstGeom prst="arc">
            <a:avLst>
              <a:gd name="adj1" fmla="val 18448840"/>
              <a:gd name="adj2" fmla="val 18892995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Arc 64"/>
          <p:cNvSpPr/>
          <p:nvPr/>
        </p:nvSpPr>
        <p:spPr>
          <a:xfrm>
            <a:off x="2644446" y="2649310"/>
            <a:ext cx="1207458" cy="1207458"/>
          </a:xfrm>
          <a:prstGeom prst="arc">
            <a:avLst>
              <a:gd name="adj1" fmla="val 18448840"/>
              <a:gd name="adj2" fmla="val 18892995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6" name="Connecteur droit avec flèche 65"/>
          <p:cNvCxnSpPr>
            <a:endCxn id="1046" idx="2"/>
          </p:cNvCxnSpPr>
          <p:nvPr/>
        </p:nvCxnSpPr>
        <p:spPr>
          <a:xfrm flipV="1">
            <a:off x="3248819" y="2873464"/>
            <a:ext cx="377387" cy="376270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/>
          <p:cNvCxnSpPr/>
          <p:nvPr/>
        </p:nvCxnSpPr>
        <p:spPr>
          <a:xfrm flipV="1">
            <a:off x="3248175" y="2565264"/>
            <a:ext cx="693741" cy="692340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3402737" y="2923099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737" y="2923099"/>
                <a:ext cx="306366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3312077" y="2596465"/>
                <a:ext cx="4007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𝑑</m:t>
                      </m:r>
                      <m:r>
                        <a:rPr lang="fr-FR" sz="1200" b="0" i="1" smtClean="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77" y="2596465"/>
                <a:ext cx="400751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3868979" y="2423622"/>
                <a:ext cx="3617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979" y="2423622"/>
                <a:ext cx="361701" cy="27699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Ellipse 80"/>
          <p:cNvSpPr/>
          <p:nvPr/>
        </p:nvSpPr>
        <p:spPr>
          <a:xfrm>
            <a:off x="4679351" y="3140280"/>
            <a:ext cx="234648" cy="234648"/>
          </a:xfrm>
          <a:prstGeom prst="ellips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0" name="Connecteur droit avec flèche 79"/>
          <p:cNvCxnSpPr/>
          <p:nvPr/>
        </p:nvCxnSpPr>
        <p:spPr>
          <a:xfrm flipV="1">
            <a:off x="4796675" y="3022630"/>
            <a:ext cx="0" cy="421863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/>
          <p:cNvCxnSpPr/>
          <p:nvPr/>
        </p:nvCxnSpPr>
        <p:spPr>
          <a:xfrm rot="5400000" flipV="1">
            <a:off x="4837050" y="3046674"/>
            <a:ext cx="0" cy="421863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/>
              <p:cNvSpPr txBox="1"/>
              <p:nvPr/>
            </p:nvSpPr>
            <p:spPr>
              <a:xfrm>
                <a:off x="4932048" y="3119103"/>
                <a:ext cx="3617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4" name="ZoneTexte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8" y="3119103"/>
                <a:ext cx="361701" cy="276999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/>
              <p:cNvSpPr txBox="1"/>
              <p:nvPr/>
            </p:nvSpPr>
            <p:spPr>
              <a:xfrm>
                <a:off x="4642113" y="2745631"/>
                <a:ext cx="3091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5" name="ZoneTexte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113" y="2745631"/>
                <a:ext cx="309124" cy="276999"/>
              </a:xfrm>
              <a:prstGeom prst="rect">
                <a:avLst/>
              </a:prstGeom>
              <a:blipFill rotWithShape="1">
                <a:blip r:embed="rId12"/>
                <a:stretch>
                  <a:fillRect t="-2174" r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010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21" y="2700621"/>
            <a:ext cx="1378264" cy="115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llipse 2"/>
          <p:cNvSpPr/>
          <p:nvPr/>
        </p:nvSpPr>
        <p:spPr>
          <a:xfrm>
            <a:off x="2759075" y="2781405"/>
            <a:ext cx="990132" cy="990132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3254141" y="2438868"/>
            <a:ext cx="0" cy="1332669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rot="5400000" flipV="1">
            <a:off x="3406541" y="2591268"/>
            <a:ext cx="0" cy="1332669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749207" y="2919048"/>
                <a:ext cx="3463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07" y="2919048"/>
                <a:ext cx="346377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14545" r="-210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254141" y="2465790"/>
                <a:ext cx="3500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41" y="2465790"/>
                <a:ext cx="350096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14286" r="-19298" b="-1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ecteurs 9"/>
          <p:cNvSpPr/>
          <p:nvPr/>
        </p:nvSpPr>
        <p:spPr>
          <a:xfrm>
            <a:off x="5292096" y="548616"/>
            <a:ext cx="1440192" cy="1440000"/>
          </a:xfrm>
          <a:prstGeom prst="pie">
            <a:avLst>
              <a:gd name="adj1" fmla="val 10806616"/>
              <a:gd name="adj2" fmla="val 288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6012192" y="278580"/>
            <a:ext cx="0" cy="990036"/>
          </a:xfrm>
          <a:prstGeom prst="straightConnector1">
            <a:avLst/>
          </a:prstGeom>
          <a:ln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rot="5400000" flipV="1">
            <a:off x="6507210" y="773598"/>
            <a:ext cx="0" cy="990036"/>
          </a:xfrm>
          <a:prstGeom prst="straightConnector1">
            <a:avLst/>
          </a:prstGeom>
          <a:ln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7002228" y="1099339"/>
                <a:ext cx="3500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28" y="1099339"/>
                <a:ext cx="350096" cy="338554"/>
              </a:xfrm>
              <a:prstGeom prst="rect">
                <a:avLst/>
              </a:prstGeom>
              <a:blipFill rotWithShape="1">
                <a:blip r:embed="rId5"/>
                <a:stretch>
                  <a:fillRect t="-14286" r="-19298" b="-1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6012192" y="210062"/>
                <a:ext cx="3340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92" y="210062"/>
                <a:ext cx="334066" cy="338554"/>
              </a:xfrm>
              <a:prstGeom prst="rect">
                <a:avLst/>
              </a:prstGeom>
              <a:blipFill rotWithShape="1">
                <a:blip r:embed="rId6"/>
                <a:stretch>
                  <a:fillRect t="-14286" r="-218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/>
          <p:cNvCxnSpPr/>
          <p:nvPr/>
        </p:nvCxnSpPr>
        <p:spPr>
          <a:xfrm>
            <a:off x="4752024" y="548616"/>
            <a:ext cx="0" cy="720000"/>
          </a:xfrm>
          <a:prstGeom prst="straightConnector1">
            <a:avLst/>
          </a:prstGeom>
          <a:ln>
            <a:solidFill>
              <a:schemeClr val="accent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4662012" y="739339"/>
                <a:ext cx="3597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6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600" b="0" i="1" smtClean="0">
                              <a:latin typeface="Cambria Math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012" y="739339"/>
                <a:ext cx="359714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14286" r="-22034" b="-1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43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/>
          <p:cNvSpPr/>
          <p:nvPr/>
        </p:nvSpPr>
        <p:spPr>
          <a:xfrm flipV="1">
            <a:off x="1691616" y="3429000"/>
            <a:ext cx="2880384" cy="3780504"/>
          </a:xfrm>
          <a:prstGeom prst="arc">
            <a:avLst>
              <a:gd name="adj1" fmla="val 2570736"/>
              <a:gd name="adj2" fmla="val 837672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592" y="3879059"/>
            <a:ext cx="2625261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1511592" y="3054550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4136853" y="3054825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2411712" y="3054825"/>
            <a:ext cx="26252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2411712" y="1178700"/>
            <a:ext cx="1440192" cy="2250300"/>
          </a:xfrm>
          <a:prstGeom prst="arc">
            <a:avLst>
              <a:gd name="adj1" fmla="val 504248"/>
              <a:gd name="adj2" fmla="val 10166834"/>
            </a:avLst>
          </a:prstGeom>
          <a:solidFill>
            <a:schemeClr val="bg1"/>
          </a:solidFill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1691616" y="3509727"/>
                <a:ext cx="413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/>
                          <a:ea typeface="Cambria Math"/>
                        </a:rPr>
                        <m:t>𝒫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16" y="3509727"/>
                <a:ext cx="41319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/>
          <p:cNvCxnSpPr>
            <a:endCxn id="3" idx="1"/>
          </p:cNvCxnSpPr>
          <p:nvPr/>
        </p:nvCxnSpPr>
        <p:spPr>
          <a:xfrm flipV="1">
            <a:off x="3131808" y="2303850"/>
            <a:ext cx="0" cy="1125150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2603749" y="2673880"/>
                <a:ext cx="575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21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49" y="2673880"/>
                <a:ext cx="57573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/>
          <p:cNvCxnSpPr/>
          <p:nvPr/>
        </p:nvCxnSpPr>
        <p:spPr>
          <a:xfrm flipH="1">
            <a:off x="2141676" y="3429000"/>
            <a:ext cx="990132" cy="123769"/>
          </a:xfrm>
          <a:prstGeom prst="straightConnector1">
            <a:avLst/>
          </a:prstGeom>
          <a:ln w="28575">
            <a:solidFill>
              <a:srgbClr val="92D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1651428" y="3159148"/>
                <a:ext cx="1199623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428" y="3159148"/>
                <a:ext cx="1199623" cy="348750"/>
              </a:xfrm>
              <a:prstGeom prst="rect">
                <a:avLst/>
              </a:prstGeom>
              <a:blipFill rotWithShape="1">
                <a:blip r:embed="rId5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3970333" y="4149096"/>
                <a:ext cx="456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333" y="4149096"/>
                <a:ext cx="45659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2104806" y="2086338"/>
                <a:ext cx="451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806" y="2086338"/>
                <a:ext cx="4512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/>
          <p:cNvCxnSpPr/>
          <p:nvPr/>
        </p:nvCxnSpPr>
        <p:spPr>
          <a:xfrm flipV="1">
            <a:off x="3131808" y="2859107"/>
            <a:ext cx="0" cy="562575"/>
          </a:xfrm>
          <a:prstGeom prst="straightConnector1">
            <a:avLst/>
          </a:prstGeom>
          <a:ln w="28575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3058802" y="2076786"/>
                <a:ext cx="1078051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802" y="2076786"/>
                <a:ext cx="1078051" cy="3487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8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/>
          <p:cNvSpPr/>
          <p:nvPr/>
        </p:nvSpPr>
        <p:spPr>
          <a:xfrm flipV="1">
            <a:off x="1691616" y="3429000"/>
            <a:ext cx="2880384" cy="3780504"/>
          </a:xfrm>
          <a:prstGeom prst="arc">
            <a:avLst>
              <a:gd name="adj1" fmla="val 2570736"/>
              <a:gd name="adj2" fmla="val 837672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592" y="3879059"/>
            <a:ext cx="2625261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1511592" y="3054550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4136853" y="3054825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2411712" y="3054825"/>
            <a:ext cx="26252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2411712" y="1178700"/>
            <a:ext cx="1440192" cy="2250300"/>
          </a:xfrm>
          <a:prstGeom prst="arc">
            <a:avLst>
              <a:gd name="adj1" fmla="val 504248"/>
              <a:gd name="adj2" fmla="val 10166834"/>
            </a:avLst>
          </a:prstGeom>
          <a:solidFill>
            <a:schemeClr val="bg1"/>
          </a:solidFill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1691616" y="3509727"/>
                <a:ext cx="413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/>
                          <a:ea typeface="Cambria Math"/>
                        </a:rPr>
                        <m:t>𝒫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16" y="3509727"/>
                <a:ext cx="41319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/>
          <p:cNvCxnSpPr/>
          <p:nvPr/>
        </p:nvCxnSpPr>
        <p:spPr>
          <a:xfrm flipV="1">
            <a:off x="3131808" y="2086338"/>
            <a:ext cx="0" cy="1342662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2603749" y="2673880"/>
                <a:ext cx="575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/>
                                  <a:ea typeface="Cambria Math"/>
                                </a:rPr>
                                <m:t>21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49" y="2673880"/>
                <a:ext cx="57573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/>
          <p:cNvCxnSpPr/>
          <p:nvPr/>
        </p:nvCxnSpPr>
        <p:spPr>
          <a:xfrm flipH="1">
            <a:off x="2141676" y="3429000"/>
            <a:ext cx="990132" cy="123769"/>
          </a:xfrm>
          <a:prstGeom prst="straightConnector1">
            <a:avLst/>
          </a:prstGeom>
          <a:ln w="28575">
            <a:solidFill>
              <a:srgbClr val="92D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1651428" y="3159148"/>
                <a:ext cx="1199623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428" y="3159148"/>
                <a:ext cx="1199623" cy="348750"/>
              </a:xfrm>
              <a:prstGeom prst="rect">
                <a:avLst/>
              </a:prstGeom>
              <a:blipFill rotWithShape="1">
                <a:blip r:embed="rId5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3970333" y="4149096"/>
                <a:ext cx="456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333" y="4149096"/>
                <a:ext cx="45659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2059237" y="2236001"/>
                <a:ext cx="451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237" y="2236001"/>
                <a:ext cx="451277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/>
          <p:cNvCxnSpPr/>
          <p:nvPr/>
        </p:nvCxnSpPr>
        <p:spPr>
          <a:xfrm flipV="1">
            <a:off x="3131808" y="2859107"/>
            <a:ext cx="0" cy="562575"/>
          </a:xfrm>
          <a:prstGeom prst="straightConnector1">
            <a:avLst/>
          </a:prstGeom>
          <a:ln w="28575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2104806" y="1874858"/>
                <a:ext cx="1094787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806" y="1874858"/>
                <a:ext cx="1094787" cy="3487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3435154" y="3370820"/>
                <a:ext cx="1070358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154" y="3370820"/>
                <a:ext cx="1070358" cy="34875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4151541" y="1874858"/>
                <a:ext cx="1078051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41" y="1874858"/>
                <a:ext cx="1078051" cy="3487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/>
          <p:cNvCxnSpPr/>
          <p:nvPr/>
        </p:nvCxnSpPr>
        <p:spPr>
          <a:xfrm rot="10800000" flipH="1">
            <a:off x="3135078" y="3297913"/>
            <a:ext cx="990132" cy="123769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135077" y="1962244"/>
            <a:ext cx="990132" cy="1466756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rot="10800000" flipH="1">
            <a:off x="3135077" y="1970816"/>
            <a:ext cx="990132" cy="123769"/>
          </a:xfrm>
          <a:prstGeom prst="straightConnector1">
            <a:avLst/>
          </a:prstGeom>
          <a:ln w="12700">
            <a:solidFill>
              <a:srgbClr val="FF0000"/>
            </a:solidFill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4119221" y="1962244"/>
            <a:ext cx="0" cy="1335669"/>
          </a:xfrm>
          <a:prstGeom prst="straightConnector1">
            <a:avLst/>
          </a:prstGeom>
          <a:ln w="12700">
            <a:solidFill>
              <a:srgbClr val="FF0000"/>
            </a:solidFill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02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444" y="3467079"/>
                <a:ext cx="33304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/>
          <p:cNvCxnSpPr/>
          <p:nvPr/>
        </p:nvCxnSpPr>
        <p:spPr>
          <a:xfrm flipV="1">
            <a:off x="3131808" y="1970816"/>
            <a:ext cx="0" cy="1458184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 flipH="1">
            <a:off x="2321700" y="3429000"/>
            <a:ext cx="810108" cy="0"/>
          </a:xfrm>
          <a:prstGeom prst="straightConnector1">
            <a:avLst/>
          </a:prstGeom>
          <a:ln w="28575">
            <a:solidFill>
              <a:srgbClr val="92D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2037020" y="2064909"/>
                <a:ext cx="1094787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20" y="2064909"/>
                <a:ext cx="1094787" cy="3487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3356574" y="3504500"/>
                <a:ext cx="1070358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74" y="3504500"/>
                <a:ext cx="1070358" cy="3487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3891753" y="1672637"/>
                <a:ext cx="1078051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53" y="1672637"/>
                <a:ext cx="1078051" cy="3487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/>
          <p:cNvCxnSpPr/>
          <p:nvPr/>
        </p:nvCxnSpPr>
        <p:spPr>
          <a:xfrm flipV="1">
            <a:off x="3135078" y="3421683"/>
            <a:ext cx="716826" cy="1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135077" y="1970816"/>
            <a:ext cx="716827" cy="1458184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3131807" y="1994532"/>
            <a:ext cx="720097" cy="0"/>
          </a:xfrm>
          <a:prstGeom prst="straightConnector1">
            <a:avLst/>
          </a:prstGeom>
          <a:ln w="12700">
            <a:solidFill>
              <a:srgbClr val="FF0000"/>
            </a:solidFill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3851904" y="2006969"/>
            <a:ext cx="0" cy="1422031"/>
          </a:xfrm>
          <a:prstGeom prst="straightConnector1">
            <a:avLst/>
          </a:prstGeom>
          <a:ln w="12700">
            <a:solidFill>
              <a:srgbClr val="FF0000"/>
            </a:solidFill>
            <a:prstDash val="lgDashDot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965177" y="3330125"/>
                <a:ext cx="1199623" cy="348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/>
                                  <a:ea typeface="Cambria Math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77" y="3330125"/>
                <a:ext cx="1199623" cy="348750"/>
              </a:xfrm>
              <a:prstGeom prst="rect">
                <a:avLst/>
              </a:prstGeom>
              <a:blipFill rotWithShape="1">
                <a:blip r:embed="rId6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c 36"/>
          <p:cNvSpPr/>
          <p:nvPr/>
        </p:nvSpPr>
        <p:spPr>
          <a:xfrm>
            <a:off x="1961651" y="2251527"/>
            <a:ext cx="2340312" cy="2340312"/>
          </a:xfrm>
          <a:prstGeom prst="arc">
            <a:avLst>
              <a:gd name="adj1" fmla="val 16497729"/>
              <a:gd name="adj2" fmla="val 17630536"/>
            </a:avLst>
          </a:prstGeom>
          <a:ln>
            <a:solidFill>
              <a:srgbClr val="FF0000"/>
            </a:solidFill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/>
            </p:nvSpPr>
            <p:spPr>
              <a:xfrm>
                <a:off x="3316645" y="1994532"/>
                <a:ext cx="3504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  <a:ea typeface="Cambria Math"/>
                        </a:rPr>
                        <m:t>𝜑</m:t>
                      </m:r>
                    </m:oMath>
                  </m:oMathPara>
                </a14:m>
                <a:endParaRPr lang="fr-FR" sz="1400" b="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645" y="1994532"/>
                <a:ext cx="350417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0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/>
          <p:cNvSpPr/>
          <p:nvPr/>
        </p:nvSpPr>
        <p:spPr>
          <a:xfrm flipV="1">
            <a:off x="1691616" y="3429000"/>
            <a:ext cx="2880384" cy="3780504"/>
          </a:xfrm>
          <a:prstGeom prst="arc">
            <a:avLst>
              <a:gd name="adj1" fmla="val 2570736"/>
              <a:gd name="adj2" fmla="val 837672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592" y="3879059"/>
            <a:ext cx="2625261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1511592" y="3054550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4136853" y="3054825"/>
            <a:ext cx="900120" cy="8245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2411712" y="3054825"/>
            <a:ext cx="26252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/>
          <p:cNvSpPr/>
          <p:nvPr/>
        </p:nvSpPr>
        <p:spPr>
          <a:xfrm>
            <a:off x="2411712" y="1178700"/>
            <a:ext cx="1440192" cy="2250300"/>
          </a:xfrm>
          <a:prstGeom prst="arc">
            <a:avLst>
              <a:gd name="adj1" fmla="val 2248848"/>
              <a:gd name="adj2" fmla="val 8753268"/>
            </a:avLst>
          </a:prstGeom>
          <a:solidFill>
            <a:schemeClr val="bg1"/>
          </a:solidFill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1678164" y="3571282"/>
                <a:ext cx="3602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  <a:ea typeface="Cambria Math"/>
                        </a:rPr>
                        <m:t>𝒫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64" y="3571282"/>
                <a:ext cx="360290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846444" y="3467079"/>
                <a:ext cx="2825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444" y="3467079"/>
                <a:ext cx="282513" cy="27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/>
          <p:cNvCxnSpPr/>
          <p:nvPr/>
        </p:nvCxnSpPr>
        <p:spPr>
          <a:xfrm flipV="1">
            <a:off x="3131808" y="2086338"/>
            <a:ext cx="0" cy="1342662"/>
          </a:xfrm>
          <a:prstGeom prst="straightConnector1">
            <a:avLst/>
          </a:prstGeom>
          <a:ln w="1270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2685852" y="2673880"/>
                <a:ext cx="4459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/>
                                  <a:ea typeface="Cambria Math"/>
                                </a:rPr>
                                <m:t>21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852" y="2673880"/>
                <a:ext cx="445956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3970333" y="4149096"/>
                <a:ext cx="3670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333" y="4149096"/>
                <a:ext cx="367087" cy="2769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2059237" y="2236001"/>
                <a:ext cx="3634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237" y="2236001"/>
                <a:ext cx="363496" cy="27699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/>
          <p:cNvCxnSpPr/>
          <p:nvPr/>
        </p:nvCxnSpPr>
        <p:spPr>
          <a:xfrm flipV="1">
            <a:off x="3131808" y="2859107"/>
            <a:ext cx="0" cy="562575"/>
          </a:xfrm>
          <a:prstGeom prst="straightConnector1">
            <a:avLst/>
          </a:prstGeom>
          <a:ln w="12700">
            <a:solidFill>
              <a:srgbClr val="7030A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2728037" y="1815345"/>
                <a:ext cx="902106" cy="293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100" b="0" i="1" smtClean="0">
                              <a:latin typeface="Cambria Math"/>
                              <a:ea typeface="Cambria Math"/>
                            </a:rPr>
                          </m:ctrlPr>
                        </m:accPr>
                        <m:e>
                          <m:r>
                            <a:rPr lang="fr-FR" sz="1100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  <m:d>
                            <m:dPr>
                              <m:ctrlPr>
                                <a:rPr lang="fr-FR" sz="11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037" y="1815345"/>
                <a:ext cx="902106" cy="29379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/>
          <p:cNvCxnSpPr/>
          <p:nvPr/>
        </p:nvCxnSpPr>
        <p:spPr>
          <a:xfrm flipV="1">
            <a:off x="3135077" y="1962244"/>
            <a:ext cx="990132" cy="146675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H="1" flipV="1">
            <a:off x="2144945" y="1962244"/>
            <a:ext cx="990132" cy="146675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/>
          <p:cNvSpPr/>
          <p:nvPr/>
        </p:nvSpPr>
        <p:spPr>
          <a:xfrm>
            <a:off x="2144945" y="1728987"/>
            <a:ext cx="1982252" cy="46651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89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618892"/>
            <a:ext cx="3200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Hexagone 2"/>
          <p:cNvSpPr/>
          <p:nvPr/>
        </p:nvSpPr>
        <p:spPr>
          <a:xfrm rot="21066239">
            <a:off x="2517368" y="2858427"/>
            <a:ext cx="257974" cy="222391"/>
          </a:xfrm>
          <a:prstGeom prst="hex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/>
          <p:cNvCxnSpPr/>
          <p:nvPr/>
        </p:nvCxnSpPr>
        <p:spPr>
          <a:xfrm>
            <a:off x="2646355" y="2438868"/>
            <a:ext cx="0" cy="99013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rot="16200000">
            <a:off x="2636742" y="2474556"/>
            <a:ext cx="0" cy="99013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V="1">
            <a:off x="1698022" y="2528880"/>
            <a:ext cx="0" cy="900121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285371" y="3433245"/>
                <a:ext cx="3063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371" y="3433245"/>
                <a:ext cx="306366" cy="276999"/>
              </a:xfrm>
              <a:prstGeom prst="rect">
                <a:avLst/>
              </a:prstGeom>
              <a:blipFill rotWithShape="1">
                <a:blip r:embed="rId3"/>
                <a:stretch>
                  <a:fillRect t="-2174" r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1388898" y="2432986"/>
                <a:ext cx="3091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898" y="2432986"/>
                <a:ext cx="309124" cy="276999"/>
              </a:xfrm>
              <a:prstGeom prst="rect">
                <a:avLst/>
              </a:prstGeom>
              <a:blipFill rotWithShape="1">
                <a:blip r:embed="rId4"/>
                <a:stretch>
                  <a:fillRect t="-2174" r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avec flèche 12"/>
          <p:cNvCxnSpPr/>
          <p:nvPr/>
        </p:nvCxnSpPr>
        <p:spPr>
          <a:xfrm rot="5400000" flipV="1">
            <a:off x="2141676" y="2978940"/>
            <a:ext cx="0" cy="900121"/>
          </a:xfrm>
          <a:prstGeom prst="straightConnector1">
            <a:avLst/>
          </a:prstGeom>
          <a:ln w="12700">
            <a:solidFill>
              <a:schemeClr val="tx2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èche droite 11"/>
          <p:cNvSpPr/>
          <p:nvPr/>
        </p:nvSpPr>
        <p:spPr>
          <a:xfrm rot="5400000">
            <a:off x="4917447" y="3398595"/>
            <a:ext cx="1059153" cy="129832"/>
          </a:xfrm>
          <a:prstGeom prst="rightArrow">
            <a:avLst>
              <a:gd name="adj1" fmla="val 50000"/>
              <a:gd name="adj2" fmla="val 7445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2646355" y="2571485"/>
            <a:ext cx="2865585" cy="2"/>
          </a:xfrm>
          <a:prstGeom prst="straightConnector1">
            <a:avLst/>
          </a:prstGeom>
          <a:ln w="12700">
            <a:solidFill>
              <a:schemeClr val="tx2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5529146" y="3338988"/>
                <a:ext cx="320536" cy="29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200" b="0" i="1" smtClean="0">
                              <a:latin typeface="Cambria Math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146" y="3338988"/>
                <a:ext cx="320536" cy="299441"/>
              </a:xfrm>
              <a:prstGeom prst="rect">
                <a:avLst/>
              </a:prstGeom>
              <a:blipFill rotWithShape="1">
                <a:blip r:embed="rId5"/>
                <a:stretch>
                  <a:fillRect t="-4082" r="-75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2646354" y="2229439"/>
                <a:ext cx="28827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sz="120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fr-FR" sz="1200" dirty="0" smtClean="0"/>
                  <a:t> : Bras de levier</a:t>
                </a:r>
                <a:endParaRPr lang="fr-FR" sz="120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354" y="2229439"/>
                <a:ext cx="2882791" cy="276999"/>
              </a:xfrm>
              <a:prstGeom prst="rect">
                <a:avLst/>
              </a:prstGeom>
              <a:blipFill rotWithShape="1">
                <a:blip r:embed="rId6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285371" y="2656935"/>
                <a:ext cx="3279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371" y="2656935"/>
                <a:ext cx="327910" cy="2769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5402397" y="2709985"/>
                <a:ext cx="319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397" y="2709985"/>
                <a:ext cx="319896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20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3131808" y="1760371"/>
            <a:ext cx="0" cy="32711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3131808" y="1765912"/>
            <a:ext cx="1739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2411712" y="1988808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3324367" y="4059084"/>
            <a:ext cx="3394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331698" y="2708904"/>
            <a:ext cx="3321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3317756" y="4149096"/>
            <a:ext cx="34610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V="1">
            <a:off x="3671880" y="2258844"/>
            <a:ext cx="0" cy="23403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>
            <a:off x="3671880" y="2168832"/>
            <a:ext cx="90012" cy="900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 flipV="1">
            <a:off x="3671880" y="4581482"/>
            <a:ext cx="90012" cy="900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3761892" y="2168832"/>
            <a:ext cx="3600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3745534" y="4676000"/>
            <a:ext cx="3600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V="1">
            <a:off x="6012192" y="1628760"/>
            <a:ext cx="0" cy="36004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6007100" y="1628760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5652144" y="5229240"/>
            <a:ext cx="10801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>
            <a:off x="3311832" y="1898796"/>
            <a:ext cx="269526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3311832" y="4676000"/>
            <a:ext cx="269526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5652144" y="1628760"/>
            <a:ext cx="3600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V="1">
            <a:off x="3311832" y="530942"/>
            <a:ext cx="0" cy="57626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 flipV="1">
            <a:off x="5642671" y="530942"/>
            <a:ext cx="0" cy="10978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flipV="1">
            <a:off x="5652144" y="5229240"/>
            <a:ext cx="0" cy="10643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3311832" y="6293550"/>
            <a:ext cx="23308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3311831" y="5941884"/>
            <a:ext cx="23308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3131808" y="6129360"/>
            <a:ext cx="2700360" cy="0"/>
          </a:xfrm>
          <a:prstGeom prst="line">
            <a:avLst/>
          </a:prstGeom>
          <a:ln w="12700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3311832" y="875726"/>
            <a:ext cx="23308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311831" y="531512"/>
            <a:ext cx="23308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>
            <a:off x="3131808" y="711536"/>
            <a:ext cx="2700360" cy="0"/>
          </a:xfrm>
          <a:prstGeom prst="line">
            <a:avLst/>
          </a:prstGeom>
          <a:ln w="12700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3311831" y="2168832"/>
            <a:ext cx="4500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3305716" y="4671494"/>
            <a:ext cx="732328" cy="72009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3324367" y="4686968"/>
            <a:ext cx="1067609" cy="104977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 flipV="1">
            <a:off x="3328019" y="4660316"/>
            <a:ext cx="366164" cy="36004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 flipV="1">
            <a:off x="3479624" y="4685014"/>
            <a:ext cx="1264552" cy="124343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V="1">
            <a:off x="3844974" y="4685014"/>
            <a:ext cx="1264552" cy="124343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/>
          <p:nvPr/>
        </p:nvCxnSpPr>
        <p:spPr>
          <a:xfrm flipV="1">
            <a:off x="4200358" y="4686968"/>
            <a:ext cx="1264552" cy="12549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/>
          <p:cNvCxnSpPr/>
          <p:nvPr/>
        </p:nvCxnSpPr>
        <p:spPr>
          <a:xfrm flipV="1">
            <a:off x="4567616" y="4685014"/>
            <a:ext cx="1264552" cy="124343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/>
          <p:cNvCxnSpPr/>
          <p:nvPr/>
        </p:nvCxnSpPr>
        <p:spPr>
          <a:xfrm flipV="1">
            <a:off x="4927664" y="4862031"/>
            <a:ext cx="1084528" cy="10664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/>
          <p:cNvCxnSpPr/>
          <p:nvPr/>
        </p:nvCxnSpPr>
        <p:spPr>
          <a:xfrm flipV="1">
            <a:off x="5282620" y="5589288"/>
            <a:ext cx="358585" cy="35259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/>
          <p:cNvCxnSpPr/>
          <p:nvPr/>
        </p:nvCxnSpPr>
        <p:spPr>
          <a:xfrm flipV="1">
            <a:off x="3289529" y="892926"/>
            <a:ext cx="568642" cy="5591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 flipV="1">
            <a:off x="3308180" y="919949"/>
            <a:ext cx="892178" cy="87727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 flipV="1">
            <a:off x="3311832" y="875726"/>
            <a:ext cx="208602" cy="2051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 flipV="1">
            <a:off x="3569636" y="903189"/>
            <a:ext cx="997980" cy="9813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/>
          <p:cNvCxnSpPr/>
          <p:nvPr/>
        </p:nvCxnSpPr>
        <p:spPr>
          <a:xfrm flipV="1">
            <a:off x="3941916" y="908403"/>
            <a:ext cx="985748" cy="96928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/>
          <p:cNvCxnSpPr/>
          <p:nvPr/>
        </p:nvCxnSpPr>
        <p:spPr>
          <a:xfrm flipV="1">
            <a:off x="4302942" y="902881"/>
            <a:ext cx="989154" cy="9816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/>
          <p:cNvCxnSpPr/>
          <p:nvPr/>
        </p:nvCxnSpPr>
        <p:spPr>
          <a:xfrm flipV="1">
            <a:off x="4659466" y="906594"/>
            <a:ext cx="992678" cy="9760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/>
          <p:cNvCxnSpPr/>
          <p:nvPr/>
        </p:nvCxnSpPr>
        <p:spPr>
          <a:xfrm flipV="1">
            <a:off x="5024607" y="1269945"/>
            <a:ext cx="618064" cy="6077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/>
          <p:cNvCxnSpPr/>
          <p:nvPr/>
        </p:nvCxnSpPr>
        <p:spPr>
          <a:xfrm flipV="1">
            <a:off x="5382108" y="1628760"/>
            <a:ext cx="270036" cy="2598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251"/>
          <p:cNvCxnSpPr/>
          <p:nvPr/>
        </p:nvCxnSpPr>
        <p:spPr>
          <a:xfrm flipV="1">
            <a:off x="5757972" y="1638050"/>
            <a:ext cx="254220" cy="24464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/>
          <p:cNvCxnSpPr/>
          <p:nvPr/>
        </p:nvCxnSpPr>
        <p:spPr>
          <a:xfrm>
            <a:off x="3157790" y="5031542"/>
            <a:ext cx="1739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eur droit 263"/>
          <p:cNvCxnSpPr/>
          <p:nvPr/>
        </p:nvCxnSpPr>
        <p:spPr>
          <a:xfrm>
            <a:off x="3317756" y="2808206"/>
            <a:ext cx="33949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eur droit 264"/>
          <p:cNvCxnSpPr/>
          <p:nvPr/>
        </p:nvCxnSpPr>
        <p:spPr>
          <a:xfrm>
            <a:off x="1691616" y="3429000"/>
            <a:ext cx="5220696" cy="0"/>
          </a:xfrm>
          <a:prstGeom prst="line">
            <a:avLst/>
          </a:prstGeom>
          <a:ln w="12700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eur droit 267"/>
          <p:cNvCxnSpPr/>
          <p:nvPr/>
        </p:nvCxnSpPr>
        <p:spPr>
          <a:xfrm>
            <a:off x="2411712" y="4862031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eur droit 268"/>
          <p:cNvCxnSpPr/>
          <p:nvPr/>
        </p:nvCxnSpPr>
        <p:spPr>
          <a:xfrm>
            <a:off x="2411712" y="4149096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eur droit 269"/>
          <p:cNvCxnSpPr/>
          <p:nvPr/>
        </p:nvCxnSpPr>
        <p:spPr>
          <a:xfrm>
            <a:off x="2411712" y="2708904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Arc 270"/>
          <p:cNvSpPr/>
          <p:nvPr/>
        </p:nvSpPr>
        <p:spPr>
          <a:xfrm>
            <a:off x="2231688" y="1988808"/>
            <a:ext cx="360048" cy="720096"/>
          </a:xfrm>
          <a:prstGeom prst="arc">
            <a:avLst>
              <a:gd name="adj1" fmla="val 5431234"/>
              <a:gd name="adj2" fmla="val 1622785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2" name="Arc 271"/>
          <p:cNvSpPr/>
          <p:nvPr/>
        </p:nvSpPr>
        <p:spPr>
          <a:xfrm>
            <a:off x="2231688" y="4149096"/>
            <a:ext cx="360048" cy="712935"/>
          </a:xfrm>
          <a:prstGeom prst="arc">
            <a:avLst>
              <a:gd name="adj1" fmla="val 5431234"/>
              <a:gd name="adj2" fmla="val 1622785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3" name="Arc 272"/>
          <p:cNvSpPr/>
          <p:nvPr/>
        </p:nvSpPr>
        <p:spPr>
          <a:xfrm>
            <a:off x="2051664" y="1988808"/>
            <a:ext cx="630084" cy="2873223"/>
          </a:xfrm>
          <a:prstGeom prst="arc">
            <a:avLst>
              <a:gd name="adj1" fmla="val 5431234"/>
              <a:gd name="adj2" fmla="val 1622785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4" name="Arc 273"/>
          <p:cNvSpPr/>
          <p:nvPr/>
        </p:nvSpPr>
        <p:spPr>
          <a:xfrm>
            <a:off x="2051664" y="2696332"/>
            <a:ext cx="720096" cy="1452764"/>
          </a:xfrm>
          <a:prstGeom prst="arc">
            <a:avLst>
              <a:gd name="adj1" fmla="val 5431234"/>
              <a:gd name="adj2" fmla="val 1622785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6" name="Forme libre 275"/>
          <p:cNvSpPr/>
          <p:nvPr/>
        </p:nvSpPr>
        <p:spPr>
          <a:xfrm>
            <a:off x="3844974" y="2164079"/>
            <a:ext cx="2040108" cy="441949"/>
          </a:xfrm>
          <a:custGeom>
            <a:avLst/>
            <a:gdLst>
              <a:gd name="connsiteX0" fmla="*/ 151779 w 1917257"/>
              <a:gd name="connsiteY0" fmla="*/ 22860 h 526768"/>
              <a:gd name="connsiteX1" fmla="*/ 151779 w 1917257"/>
              <a:gd name="connsiteY1" fmla="*/ 426720 h 526768"/>
              <a:gd name="connsiteX2" fmla="*/ 1729119 w 1917257"/>
              <a:gd name="connsiteY2" fmla="*/ 495300 h 526768"/>
              <a:gd name="connsiteX3" fmla="*/ 1828179 w 1917257"/>
              <a:gd name="connsiteY3" fmla="*/ 0 h 526768"/>
              <a:gd name="connsiteX0" fmla="*/ 165282 w 1906704"/>
              <a:gd name="connsiteY0" fmla="*/ 15240 h 527023"/>
              <a:gd name="connsiteX1" fmla="*/ 141226 w 1906704"/>
              <a:gd name="connsiteY1" fmla="*/ 426720 h 527023"/>
              <a:gd name="connsiteX2" fmla="*/ 1718566 w 1906704"/>
              <a:gd name="connsiteY2" fmla="*/ 495300 h 527023"/>
              <a:gd name="connsiteX3" fmla="*/ 1817626 w 1906704"/>
              <a:gd name="connsiteY3" fmla="*/ 0 h 527023"/>
              <a:gd name="connsiteX0" fmla="*/ 110358 w 1845913"/>
              <a:gd name="connsiteY0" fmla="*/ 15240 h 574977"/>
              <a:gd name="connsiteX1" fmla="*/ 182525 w 1845913"/>
              <a:gd name="connsiteY1" fmla="*/ 525780 h 574977"/>
              <a:gd name="connsiteX2" fmla="*/ 1663642 w 1845913"/>
              <a:gd name="connsiteY2" fmla="*/ 495300 h 574977"/>
              <a:gd name="connsiteX3" fmla="*/ 1762702 w 1845913"/>
              <a:gd name="connsiteY3" fmla="*/ 0 h 574977"/>
              <a:gd name="connsiteX0" fmla="*/ 108406 w 1829930"/>
              <a:gd name="connsiteY0" fmla="*/ 15240 h 586335"/>
              <a:gd name="connsiteX1" fmla="*/ 180573 w 1829930"/>
              <a:gd name="connsiteY1" fmla="*/ 525780 h 586335"/>
              <a:gd name="connsiteX2" fmla="*/ 1629615 w 1829930"/>
              <a:gd name="connsiteY2" fmla="*/ 518160 h 586335"/>
              <a:gd name="connsiteX3" fmla="*/ 1760750 w 1829930"/>
              <a:gd name="connsiteY3" fmla="*/ 0 h 586335"/>
              <a:gd name="connsiteX0" fmla="*/ 94093 w 1813921"/>
              <a:gd name="connsiteY0" fmla="*/ 15240 h 539065"/>
              <a:gd name="connsiteX1" fmla="*/ 198334 w 1813921"/>
              <a:gd name="connsiteY1" fmla="*/ 396240 h 539065"/>
              <a:gd name="connsiteX2" fmla="*/ 1615302 w 1813921"/>
              <a:gd name="connsiteY2" fmla="*/ 518160 h 539065"/>
              <a:gd name="connsiteX3" fmla="*/ 1746437 w 1813921"/>
              <a:gd name="connsiteY3" fmla="*/ 0 h 539065"/>
              <a:gd name="connsiteX0" fmla="*/ 87263 w 1773394"/>
              <a:gd name="connsiteY0" fmla="*/ 15240 h 440626"/>
              <a:gd name="connsiteX1" fmla="*/ 191504 w 1773394"/>
              <a:gd name="connsiteY1" fmla="*/ 396240 h 440626"/>
              <a:gd name="connsiteX2" fmla="*/ 1480174 w 1773394"/>
              <a:gd name="connsiteY2" fmla="*/ 388620 h 440626"/>
              <a:gd name="connsiteX3" fmla="*/ 1739607 w 1773394"/>
              <a:gd name="connsiteY3" fmla="*/ 0 h 440626"/>
              <a:gd name="connsiteX0" fmla="*/ 56823 w 1740621"/>
              <a:gd name="connsiteY0" fmla="*/ 15240 h 432161"/>
              <a:gd name="connsiteX1" fmla="*/ 265306 w 1740621"/>
              <a:gd name="connsiteY1" fmla="*/ 381000 h 432161"/>
              <a:gd name="connsiteX2" fmla="*/ 1449734 w 1740621"/>
              <a:gd name="connsiteY2" fmla="*/ 388620 h 432161"/>
              <a:gd name="connsiteX3" fmla="*/ 1709167 w 1740621"/>
              <a:gd name="connsiteY3" fmla="*/ 0 h 432161"/>
              <a:gd name="connsiteX0" fmla="*/ 52826 w 1724272"/>
              <a:gd name="connsiteY0" fmla="*/ 15240 h 441949"/>
              <a:gd name="connsiteX1" fmla="*/ 261309 w 1724272"/>
              <a:gd name="connsiteY1" fmla="*/ 381000 h 441949"/>
              <a:gd name="connsiteX2" fmla="*/ 1309421 w 1724272"/>
              <a:gd name="connsiteY2" fmla="*/ 403860 h 441949"/>
              <a:gd name="connsiteX3" fmla="*/ 1705170 w 1724272"/>
              <a:gd name="connsiteY3" fmla="*/ 0 h 441949"/>
              <a:gd name="connsiteX0" fmla="*/ 52826 w 1604813"/>
              <a:gd name="connsiteY0" fmla="*/ 15240 h 441949"/>
              <a:gd name="connsiteX1" fmla="*/ 261309 w 1604813"/>
              <a:gd name="connsiteY1" fmla="*/ 381000 h 441949"/>
              <a:gd name="connsiteX2" fmla="*/ 1309421 w 1604813"/>
              <a:gd name="connsiteY2" fmla="*/ 403860 h 441949"/>
              <a:gd name="connsiteX3" fmla="*/ 1576872 w 1604813"/>
              <a:gd name="connsiteY3" fmla="*/ 0 h 44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4813" h="441949">
                <a:moveTo>
                  <a:pt x="52826" y="15240"/>
                </a:moveTo>
                <a:cubicBezTo>
                  <a:pt x="-78619" y="177800"/>
                  <a:pt x="51877" y="316230"/>
                  <a:pt x="261309" y="381000"/>
                </a:cubicBezTo>
                <a:cubicBezTo>
                  <a:pt x="470741" y="445770"/>
                  <a:pt x="1090161" y="467360"/>
                  <a:pt x="1309421" y="403860"/>
                </a:cubicBezTo>
                <a:cubicBezTo>
                  <a:pt x="1528682" y="340360"/>
                  <a:pt x="1667042" y="212090"/>
                  <a:pt x="1576872" y="0"/>
                </a:cubicBezTo>
              </a:path>
            </a:pathLst>
          </a:custGeom>
          <a:pattFill prst="ltDnDiag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77" name="Connecteur droit 276"/>
          <p:cNvCxnSpPr/>
          <p:nvPr/>
        </p:nvCxnSpPr>
        <p:spPr>
          <a:xfrm flipV="1">
            <a:off x="3761892" y="2168832"/>
            <a:ext cx="0" cy="24914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5292096" y="2168832"/>
            <a:ext cx="72009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038044" y="1898797"/>
            <a:ext cx="1719928" cy="48625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7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8279</TotalTime>
  <Words>1536</Words>
  <Application>Microsoft Office PowerPoint</Application>
  <PresentationFormat>Affichage à l'écran (4:3)</PresentationFormat>
  <Paragraphs>397</Paragraphs>
  <Slides>25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Thème Office</vt:lpstr>
      <vt:lpstr>Sphère Plan</vt:lpstr>
      <vt:lpstr>Rotule</vt:lpstr>
      <vt:lpstr>Rotule à doigt</vt:lpstr>
      <vt:lpstr>Sphère cylindre</vt:lpstr>
      <vt:lpstr>Pivot glissant</vt:lpstr>
      <vt:lpstr>Glissière</vt:lpstr>
      <vt:lpstr>Glissière hélicoïdale</vt:lpstr>
      <vt:lpstr>Pivot</vt:lpstr>
      <vt:lpstr>Pivot</vt:lpstr>
      <vt:lpstr>Linéaire rectiligne</vt:lpstr>
      <vt:lpstr>Linéaire rectiligne</vt:lpstr>
      <vt:lpstr>Appui plan</vt:lpstr>
      <vt:lpstr>Appui plan</vt:lpstr>
      <vt:lpstr>Liaisons cinématiques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96</cp:revision>
  <dcterms:created xsi:type="dcterms:W3CDTF">2011-11-17T16:11:22Z</dcterms:created>
  <dcterms:modified xsi:type="dcterms:W3CDTF">2012-03-20T15:33:37Z</dcterms:modified>
</cp:coreProperties>
</file>